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60"/>
    <p:restoredTop sz="75358"/>
  </p:normalViewPr>
  <p:slideViewPr>
    <p:cSldViewPr snapToGrid="0" snapToObjects="1">
      <p:cViewPr>
        <p:scale>
          <a:sx n="71" d="100"/>
          <a:sy n="71" d="100"/>
        </p:scale>
        <p:origin x="632" y="3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72E5DA-32A8-4ECF-B50A-D4EF53E6EDE4}"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4D2826A-708F-444E-AB0D-DCE4CAF99A18}">
      <dgm:prSet/>
      <dgm:spPr/>
      <dgm:t>
        <a:bodyPr/>
        <a:lstStyle/>
        <a:p>
          <a:pPr>
            <a:lnSpc>
              <a:spcPct val="100000"/>
            </a:lnSpc>
            <a:defRPr cap="all"/>
          </a:pPr>
          <a:r>
            <a:rPr lang="en-US"/>
            <a:t>Planning – User stories + goals</a:t>
          </a:r>
        </a:p>
      </dgm:t>
    </dgm:pt>
    <dgm:pt modelId="{C516E928-073A-4F68-BF18-F62C23AA41B4}" type="parTrans" cxnId="{838D36B9-5E01-4260-8A3D-9566055A4954}">
      <dgm:prSet/>
      <dgm:spPr/>
      <dgm:t>
        <a:bodyPr/>
        <a:lstStyle/>
        <a:p>
          <a:endParaRPr lang="en-US"/>
        </a:p>
      </dgm:t>
    </dgm:pt>
    <dgm:pt modelId="{A3A40136-BF15-437F-B359-8184CBB6830B}" type="sibTrans" cxnId="{838D36B9-5E01-4260-8A3D-9566055A4954}">
      <dgm:prSet/>
      <dgm:spPr/>
      <dgm:t>
        <a:bodyPr/>
        <a:lstStyle/>
        <a:p>
          <a:endParaRPr lang="en-US"/>
        </a:p>
      </dgm:t>
    </dgm:pt>
    <dgm:pt modelId="{A2CE1A14-068B-47A8-8C16-AF6773CC40DF}">
      <dgm:prSet/>
      <dgm:spPr/>
      <dgm:t>
        <a:bodyPr/>
        <a:lstStyle/>
        <a:p>
          <a:pPr>
            <a:lnSpc>
              <a:spcPct val="100000"/>
            </a:lnSpc>
            <a:defRPr cap="all"/>
          </a:pPr>
          <a:r>
            <a:rPr lang="en-US"/>
            <a:t>Design – Lightweight, user‑focused</a:t>
          </a:r>
        </a:p>
      </dgm:t>
    </dgm:pt>
    <dgm:pt modelId="{25FC25EB-DC95-4481-AC2F-FB9EFF4CCBE0}" type="parTrans" cxnId="{35D865EE-93DD-4BAE-9A93-DCF4574C06C9}">
      <dgm:prSet/>
      <dgm:spPr/>
      <dgm:t>
        <a:bodyPr/>
        <a:lstStyle/>
        <a:p>
          <a:endParaRPr lang="en-US"/>
        </a:p>
      </dgm:t>
    </dgm:pt>
    <dgm:pt modelId="{E3AD4A79-8D77-49EA-B39E-366F18A063A2}" type="sibTrans" cxnId="{35D865EE-93DD-4BAE-9A93-DCF4574C06C9}">
      <dgm:prSet/>
      <dgm:spPr/>
      <dgm:t>
        <a:bodyPr/>
        <a:lstStyle/>
        <a:p>
          <a:endParaRPr lang="en-US"/>
        </a:p>
      </dgm:t>
    </dgm:pt>
    <dgm:pt modelId="{CEE24CCC-6E06-4624-BC54-D1D3A5EADB4C}">
      <dgm:prSet/>
      <dgm:spPr/>
      <dgm:t>
        <a:bodyPr/>
        <a:lstStyle/>
        <a:p>
          <a:pPr>
            <a:lnSpc>
              <a:spcPct val="100000"/>
            </a:lnSpc>
            <a:defRPr cap="all"/>
          </a:pPr>
          <a:r>
            <a:rPr lang="en-US"/>
            <a:t>Development – Small iterative increments</a:t>
          </a:r>
        </a:p>
      </dgm:t>
    </dgm:pt>
    <dgm:pt modelId="{6A21BE61-9324-404A-87C8-0E0CDE08008B}" type="parTrans" cxnId="{91D49252-5B95-4800-BE5B-CB83862BF84A}">
      <dgm:prSet/>
      <dgm:spPr/>
      <dgm:t>
        <a:bodyPr/>
        <a:lstStyle/>
        <a:p>
          <a:endParaRPr lang="en-US"/>
        </a:p>
      </dgm:t>
    </dgm:pt>
    <dgm:pt modelId="{1107136B-C44D-40E2-81C8-2C4327DE0CB2}" type="sibTrans" cxnId="{91D49252-5B95-4800-BE5B-CB83862BF84A}">
      <dgm:prSet/>
      <dgm:spPr/>
      <dgm:t>
        <a:bodyPr/>
        <a:lstStyle/>
        <a:p>
          <a:endParaRPr lang="en-US"/>
        </a:p>
      </dgm:t>
    </dgm:pt>
    <dgm:pt modelId="{B9D8544A-7781-4DF0-9BCA-66AE280F5AC0}">
      <dgm:prSet/>
      <dgm:spPr/>
      <dgm:t>
        <a:bodyPr/>
        <a:lstStyle/>
        <a:p>
          <a:pPr>
            <a:lnSpc>
              <a:spcPct val="100000"/>
            </a:lnSpc>
            <a:defRPr cap="all"/>
          </a:pPr>
          <a:r>
            <a:rPr lang="en-US"/>
            <a:t>Testing – Continuous every sprint</a:t>
          </a:r>
        </a:p>
      </dgm:t>
    </dgm:pt>
    <dgm:pt modelId="{8FE47118-3657-4F5A-87F7-07D95CF018EE}" type="parTrans" cxnId="{960F6E3F-990B-4209-B0C8-42D96F403EFA}">
      <dgm:prSet/>
      <dgm:spPr/>
      <dgm:t>
        <a:bodyPr/>
        <a:lstStyle/>
        <a:p>
          <a:endParaRPr lang="en-US"/>
        </a:p>
      </dgm:t>
    </dgm:pt>
    <dgm:pt modelId="{E7EE71DD-D791-42B6-AC4B-D3716410386C}" type="sibTrans" cxnId="{960F6E3F-990B-4209-B0C8-42D96F403EFA}">
      <dgm:prSet/>
      <dgm:spPr/>
      <dgm:t>
        <a:bodyPr/>
        <a:lstStyle/>
        <a:p>
          <a:endParaRPr lang="en-US"/>
        </a:p>
      </dgm:t>
    </dgm:pt>
    <dgm:pt modelId="{FC3BC81A-67A7-4705-8773-FA3EF23BD20F}">
      <dgm:prSet/>
      <dgm:spPr/>
      <dgm:t>
        <a:bodyPr/>
        <a:lstStyle/>
        <a:p>
          <a:pPr>
            <a:lnSpc>
              <a:spcPct val="100000"/>
            </a:lnSpc>
            <a:defRPr cap="all"/>
          </a:pPr>
          <a:r>
            <a:rPr lang="en-US"/>
            <a:t>Review – Stakeholder feedback</a:t>
          </a:r>
        </a:p>
      </dgm:t>
    </dgm:pt>
    <dgm:pt modelId="{4AE9C9B6-D921-47D8-9BF9-A0537981E5CB}" type="parTrans" cxnId="{7B84E935-018D-447F-98CE-C2FBE85BA386}">
      <dgm:prSet/>
      <dgm:spPr/>
      <dgm:t>
        <a:bodyPr/>
        <a:lstStyle/>
        <a:p>
          <a:endParaRPr lang="en-US"/>
        </a:p>
      </dgm:t>
    </dgm:pt>
    <dgm:pt modelId="{C0C95835-48C0-4180-94D9-4B44B8EEEDD4}" type="sibTrans" cxnId="{7B84E935-018D-447F-98CE-C2FBE85BA386}">
      <dgm:prSet/>
      <dgm:spPr/>
      <dgm:t>
        <a:bodyPr/>
        <a:lstStyle/>
        <a:p>
          <a:endParaRPr lang="en-US"/>
        </a:p>
      </dgm:t>
    </dgm:pt>
    <dgm:pt modelId="{47A986EA-1210-4360-A502-82E5D628985F}">
      <dgm:prSet/>
      <dgm:spPr/>
      <dgm:t>
        <a:bodyPr/>
        <a:lstStyle/>
        <a:p>
          <a:pPr>
            <a:lnSpc>
              <a:spcPct val="100000"/>
            </a:lnSpc>
            <a:defRPr cap="all"/>
          </a:pPr>
          <a:r>
            <a:rPr lang="en-US"/>
            <a:t>Retrospective – Team improvement</a:t>
          </a:r>
        </a:p>
      </dgm:t>
    </dgm:pt>
    <dgm:pt modelId="{FC0E07A5-7E29-4CD1-8168-21D4C268FEAF}" type="parTrans" cxnId="{CC6D4D34-7B53-48F0-8F64-9AC4C715B87F}">
      <dgm:prSet/>
      <dgm:spPr/>
      <dgm:t>
        <a:bodyPr/>
        <a:lstStyle/>
        <a:p>
          <a:endParaRPr lang="en-US"/>
        </a:p>
      </dgm:t>
    </dgm:pt>
    <dgm:pt modelId="{36948BBB-4771-4589-8C3D-5E7358C7F36F}" type="sibTrans" cxnId="{CC6D4D34-7B53-48F0-8F64-9AC4C715B87F}">
      <dgm:prSet/>
      <dgm:spPr/>
      <dgm:t>
        <a:bodyPr/>
        <a:lstStyle/>
        <a:p>
          <a:endParaRPr lang="en-US"/>
        </a:p>
      </dgm:t>
    </dgm:pt>
    <dgm:pt modelId="{C9C7B0D0-A07A-41D4-B33F-9142BF9EAF7E}" type="pres">
      <dgm:prSet presAssocID="{E472E5DA-32A8-4ECF-B50A-D4EF53E6EDE4}" presName="root" presStyleCnt="0">
        <dgm:presLayoutVars>
          <dgm:dir/>
          <dgm:resizeHandles val="exact"/>
        </dgm:presLayoutVars>
      </dgm:prSet>
      <dgm:spPr/>
    </dgm:pt>
    <dgm:pt modelId="{83271069-2386-4000-A736-140B0B2DF4BB}" type="pres">
      <dgm:prSet presAssocID="{74D2826A-708F-444E-AB0D-DCE4CAF99A18}" presName="compNode" presStyleCnt="0"/>
      <dgm:spPr/>
    </dgm:pt>
    <dgm:pt modelId="{32217B21-3522-4D15-8252-64C9B18B83C2}" type="pres">
      <dgm:prSet presAssocID="{74D2826A-708F-444E-AB0D-DCE4CAF99A18}" presName="iconBgRect" presStyleLbl="bgShp" presStyleIdx="0" presStyleCnt="6"/>
      <dgm:spPr>
        <a:prstGeom prst="round2DiagRect">
          <a:avLst>
            <a:gd name="adj1" fmla="val 29727"/>
            <a:gd name="adj2" fmla="val 0"/>
          </a:avLst>
        </a:prstGeom>
      </dgm:spPr>
    </dgm:pt>
    <dgm:pt modelId="{05CE2F2E-013E-411F-9023-BFA25D2910D0}" type="pres">
      <dgm:prSet presAssocID="{74D2826A-708F-444E-AB0D-DCE4CAF99A18}"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26C14D9B-48EE-49CC-AA3E-2F01C554436A}" type="pres">
      <dgm:prSet presAssocID="{74D2826A-708F-444E-AB0D-DCE4CAF99A18}" presName="spaceRect" presStyleCnt="0"/>
      <dgm:spPr/>
    </dgm:pt>
    <dgm:pt modelId="{D5EE2855-439D-4877-9BC2-8E000BD5BDFE}" type="pres">
      <dgm:prSet presAssocID="{74D2826A-708F-444E-AB0D-DCE4CAF99A18}" presName="textRect" presStyleLbl="revTx" presStyleIdx="0" presStyleCnt="6">
        <dgm:presLayoutVars>
          <dgm:chMax val="1"/>
          <dgm:chPref val="1"/>
        </dgm:presLayoutVars>
      </dgm:prSet>
      <dgm:spPr/>
    </dgm:pt>
    <dgm:pt modelId="{FB5AA7C1-4C14-4F62-9A2C-3FFC594C022A}" type="pres">
      <dgm:prSet presAssocID="{A3A40136-BF15-437F-B359-8184CBB6830B}" presName="sibTrans" presStyleCnt="0"/>
      <dgm:spPr/>
    </dgm:pt>
    <dgm:pt modelId="{51459D1D-86CE-43FD-B504-246655B6BAE6}" type="pres">
      <dgm:prSet presAssocID="{A2CE1A14-068B-47A8-8C16-AF6773CC40DF}" presName="compNode" presStyleCnt="0"/>
      <dgm:spPr/>
    </dgm:pt>
    <dgm:pt modelId="{197E7145-B57A-487E-AECD-9879784838CD}" type="pres">
      <dgm:prSet presAssocID="{A2CE1A14-068B-47A8-8C16-AF6773CC40DF}" presName="iconBgRect" presStyleLbl="bgShp" presStyleIdx="1" presStyleCnt="6"/>
      <dgm:spPr>
        <a:prstGeom prst="round2DiagRect">
          <a:avLst>
            <a:gd name="adj1" fmla="val 29727"/>
            <a:gd name="adj2" fmla="val 0"/>
          </a:avLst>
        </a:prstGeom>
      </dgm:spPr>
    </dgm:pt>
    <dgm:pt modelId="{831DF973-9525-464B-BE56-535138D6C0EA}" type="pres">
      <dgm:prSet presAssocID="{A2CE1A14-068B-47A8-8C16-AF6773CC40DF}"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alette"/>
        </a:ext>
      </dgm:extLst>
    </dgm:pt>
    <dgm:pt modelId="{2BA73695-25BA-4CD0-8588-F08D252A3E7A}" type="pres">
      <dgm:prSet presAssocID="{A2CE1A14-068B-47A8-8C16-AF6773CC40DF}" presName="spaceRect" presStyleCnt="0"/>
      <dgm:spPr/>
    </dgm:pt>
    <dgm:pt modelId="{1B3C2199-301B-4575-B4E4-1BF7D8E992C4}" type="pres">
      <dgm:prSet presAssocID="{A2CE1A14-068B-47A8-8C16-AF6773CC40DF}" presName="textRect" presStyleLbl="revTx" presStyleIdx="1" presStyleCnt="6">
        <dgm:presLayoutVars>
          <dgm:chMax val="1"/>
          <dgm:chPref val="1"/>
        </dgm:presLayoutVars>
      </dgm:prSet>
      <dgm:spPr/>
    </dgm:pt>
    <dgm:pt modelId="{67F99879-2DC0-49BC-BD56-D51AF0ABA2C0}" type="pres">
      <dgm:prSet presAssocID="{E3AD4A79-8D77-49EA-B39E-366F18A063A2}" presName="sibTrans" presStyleCnt="0"/>
      <dgm:spPr/>
    </dgm:pt>
    <dgm:pt modelId="{26185D09-45CD-49F8-A26B-081A05126E5F}" type="pres">
      <dgm:prSet presAssocID="{CEE24CCC-6E06-4624-BC54-D1D3A5EADB4C}" presName="compNode" presStyleCnt="0"/>
      <dgm:spPr/>
    </dgm:pt>
    <dgm:pt modelId="{51D090ED-2F7F-4E1B-8DD8-4919CADEF8BB}" type="pres">
      <dgm:prSet presAssocID="{CEE24CCC-6E06-4624-BC54-D1D3A5EADB4C}" presName="iconBgRect" presStyleLbl="bgShp" presStyleIdx="2" presStyleCnt="6"/>
      <dgm:spPr>
        <a:prstGeom prst="round2DiagRect">
          <a:avLst>
            <a:gd name="adj1" fmla="val 29727"/>
            <a:gd name="adj2" fmla="val 0"/>
          </a:avLst>
        </a:prstGeom>
      </dgm:spPr>
    </dgm:pt>
    <dgm:pt modelId="{02744AF4-2A8B-4EB8-B578-034E84C52B42}" type="pres">
      <dgm:prSet presAssocID="{CEE24CCC-6E06-4624-BC54-D1D3A5EADB4C}"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rrow Circle"/>
        </a:ext>
      </dgm:extLst>
    </dgm:pt>
    <dgm:pt modelId="{45C7A227-CF18-4586-98D5-F166FBEF2362}" type="pres">
      <dgm:prSet presAssocID="{CEE24CCC-6E06-4624-BC54-D1D3A5EADB4C}" presName="spaceRect" presStyleCnt="0"/>
      <dgm:spPr/>
    </dgm:pt>
    <dgm:pt modelId="{6D4359AE-60FF-46CF-80E1-FAEB44F907C4}" type="pres">
      <dgm:prSet presAssocID="{CEE24CCC-6E06-4624-BC54-D1D3A5EADB4C}" presName="textRect" presStyleLbl="revTx" presStyleIdx="2" presStyleCnt="6">
        <dgm:presLayoutVars>
          <dgm:chMax val="1"/>
          <dgm:chPref val="1"/>
        </dgm:presLayoutVars>
      </dgm:prSet>
      <dgm:spPr/>
    </dgm:pt>
    <dgm:pt modelId="{1F253DE4-0B0C-4E47-8D05-DF6482703E4B}" type="pres">
      <dgm:prSet presAssocID="{1107136B-C44D-40E2-81C8-2C4327DE0CB2}" presName="sibTrans" presStyleCnt="0"/>
      <dgm:spPr/>
    </dgm:pt>
    <dgm:pt modelId="{B8806C6E-0620-48C5-847C-C3554B8DEDE4}" type="pres">
      <dgm:prSet presAssocID="{B9D8544A-7781-4DF0-9BCA-66AE280F5AC0}" presName="compNode" presStyleCnt="0"/>
      <dgm:spPr/>
    </dgm:pt>
    <dgm:pt modelId="{A9D8ADD5-897E-4F14-A2EB-DA633E65DE1A}" type="pres">
      <dgm:prSet presAssocID="{B9D8544A-7781-4DF0-9BCA-66AE280F5AC0}" presName="iconBgRect" presStyleLbl="bgShp" presStyleIdx="3" presStyleCnt="6"/>
      <dgm:spPr>
        <a:prstGeom prst="round2DiagRect">
          <a:avLst>
            <a:gd name="adj1" fmla="val 29727"/>
            <a:gd name="adj2" fmla="val 0"/>
          </a:avLst>
        </a:prstGeom>
      </dgm:spPr>
    </dgm:pt>
    <dgm:pt modelId="{D0E3F88A-7C43-44C0-8BF2-C3A0E4E259D4}" type="pres">
      <dgm:prSet presAssocID="{B9D8544A-7781-4DF0-9BCA-66AE280F5AC0}"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un"/>
        </a:ext>
      </dgm:extLst>
    </dgm:pt>
    <dgm:pt modelId="{F81DECB6-3019-48FD-A8DE-81D533DF5752}" type="pres">
      <dgm:prSet presAssocID="{B9D8544A-7781-4DF0-9BCA-66AE280F5AC0}" presName="spaceRect" presStyleCnt="0"/>
      <dgm:spPr/>
    </dgm:pt>
    <dgm:pt modelId="{B6A0452D-7BCE-44DF-AB27-ECB345998C99}" type="pres">
      <dgm:prSet presAssocID="{B9D8544A-7781-4DF0-9BCA-66AE280F5AC0}" presName="textRect" presStyleLbl="revTx" presStyleIdx="3" presStyleCnt="6">
        <dgm:presLayoutVars>
          <dgm:chMax val="1"/>
          <dgm:chPref val="1"/>
        </dgm:presLayoutVars>
      </dgm:prSet>
      <dgm:spPr/>
    </dgm:pt>
    <dgm:pt modelId="{91EC2D54-27BC-43DE-BC2C-262B007F71AC}" type="pres">
      <dgm:prSet presAssocID="{E7EE71DD-D791-42B6-AC4B-D3716410386C}" presName="sibTrans" presStyleCnt="0"/>
      <dgm:spPr/>
    </dgm:pt>
    <dgm:pt modelId="{A03D8758-1309-4E91-AD5E-50D3C2DAF687}" type="pres">
      <dgm:prSet presAssocID="{FC3BC81A-67A7-4705-8773-FA3EF23BD20F}" presName="compNode" presStyleCnt="0"/>
      <dgm:spPr/>
    </dgm:pt>
    <dgm:pt modelId="{09FEB43C-0D67-4F41-8AB7-44BC28931ED7}" type="pres">
      <dgm:prSet presAssocID="{FC3BC81A-67A7-4705-8773-FA3EF23BD20F}" presName="iconBgRect" presStyleLbl="bgShp" presStyleIdx="4" presStyleCnt="6"/>
      <dgm:spPr>
        <a:prstGeom prst="round2DiagRect">
          <a:avLst>
            <a:gd name="adj1" fmla="val 29727"/>
            <a:gd name="adj2" fmla="val 0"/>
          </a:avLst>
        </a:prstGeom>
      </dgm:spPr>
    </dgm:pt>
    <dgm:pt modelId="{10757E9A-CF05-4618-87AA-116A15FC7B96}" type="pres">
      <dgm:prSet presAssocID="{FC3BC81A-67A7-4705-8773-FA3EF23BD20F}"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at"/>
        </a:ext>
      </dgm:extLst>
    </dgm:pt>
    <dgm:pt modelId="{20A0232F-2AEB-43E4-B2D8-5091E61B79DB}" type="pres">
      <dgm:prSet presAssocID="{FC3BC81A-67A7-4705-8773-FA3EF23BD20F}" presName="spaceRect" presStyleCnt="0"/>
      <dgm:spPr/>
    </dgm:pt>
    <dgm:pt modelId="{4612A32D-92C7-4332-96CA-83920F624B37}" type="pres">
      <dgm:prSet presAssocID="{FC3BC81A-67A7-4705-8773-FA3EF23BD20F}" presName="textRect" presStyleLbl="revTx" presStyleIdx="4" presStyleCnt="6">
        <dgm:presLayoutVars>
          <dgm:chMax val="1"/>
          <dgm:chPref val="1"/>
        </dgm:presLayoutVars>
      </dgm:prSet>
      <dgm:spPr/>
    </dgm:pt>
    <dgm:pt modelId="{056A71EB-3716-422B-9561-A4C1DBBAA4E9}" type="pres">
      <dgm:prSet presAssocID="{C0C95835-48C0-4180-94D9-4B44B8EEEDD4}" presName="sibTrans" presStyleCnt="0"/>
      <dgm:spPr/>
    </dgm:pt>
    <dgm:pt modelId="{DE448244-453D-4765-BE9F-5B337C681EA7}" type="pres">
      <dgm:prSet presAssocID="{47A986EA-1210-4360-A502-82E5D628985F}" presName="compNode" presStyleCnt="0"/>
      <dgm:spPr/>
    </dgm:pt>
    <dgm:pt modelId="{173009C5-0916-41BE-9804-32D7D97691E3}" type="pres">
      <dgm:prSet presAssocID="{47A986EA-1210-4360-A502-82E5D628985F}" presName="iconBgRect" presStyleLbl="bgShp" presStyleIdx="5" presStyleCnt="6"/>
      <dgm:spPr>
        <a:prstGeom prst="round2DiagRect">
          <a:avLst>
            <a:gd name="adj1" fmla="val 29727"/>
            <a:gd name="adj2" fmla="val 0"/>
          </a:avLst>
        </a:prstGeom>
      </dgm:spPr>
    </dgm:pt>
    <dgm:pt modelId="{91C1738C-B054-4E35-B6FD-9CD5E26E5CBC}" type="pres">
      <dgm:prSet presAssocID="{47A986EA-1210-4360-A502-82E5D628985F}"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Workflow"/>
        </a:ext>
      </dgm:extLst>
    </dgm:pt>
    <dgm:pt modelId="{2B421933-5D10-421B-9042-370C2AB1D11D}" type="pres">
      <dgm:prSet presAssocID="{47A986EA-1210-4360-A502-82E5D628985F}" presName="spaceRect" presStyleCnt="0"/>
      <dgm:spPr/>
    </dgm:pt>
    <dgm:pt modelId="{D7D0815E-39C0-454A-BFF4-29491AD0D7EB}" type="pres">
      <dgm:prSet presAssocID="{47A986EA-1210-4360-A502-82E5D628985F}" presName="textRect" presStyleLbl="revTx" presStyleIdx="5" presStyleCnt="6">
        <dgm:presLayoutVars>
          <dgm:chMax val="1"/>
          <dgm:chPref val="1"/>
        </dgm:presLayoutVars>
      </dgm:prSet>
      <dgm:spPr/>
    </dgm:pt>
  </dgm:ptLst>
  <dgm:cxnLst>
    <dgm:cxn modelId="{CC6D4D34-7B53-48F0-8F64-9AC4C715B87F}" srcId="{E472E5DA-32A8-4ECF-B50A-D4EF53E6EDE4}" destId="{47A986EA-1210-4360-A502-82E5D628985F}" srcOrd="5" destOrd="0" parTransId="{FC0E07A5-7E29-4CD1-8168-21D4C268FEAF}" sibTransId="{36948BBB-4771-4589-8C3D-5E7358C7F36F}"/>
    <dgm:cxn modelId="{7B84E935-018D-447F-98CE-C2FBE85BA386}" srcId="{E472E5DA-32A8-4ECF-B50A-D4EF53E6EDE4}" destId="{FC3BC81A-67A7-4705-8773-FA3EF23BD20F}" srcOrd="4" destOrd="0" parTransId="{4AE9C9B6-D921-47D8-9BF9-A0537981E5CB}" sibTransId="{C0C95835-48C0-4180-94D9-4B44B8EEEDD4}"/>
    <dgm:cxn modelId="{960F6E3F-990B-4209-B0C8-42D96F403EFA}" srcId="{E472E5DA-32A8-4ECF-B50A-D4EF53E6EDE4}" destId="{B9D8544A-7781-4DF0-9BCA-66AE280F5AC0}" srcOrd="3" destOrd="0" parTransId="{8FE47118-3657-4F5A-87F7-07D95CF018EE}" sibTransId="{E7EE71DD-D791-42B6-AC4B-D3716410386C}"/>
    <dgm:cxn modelId="{0391DE49-A272-2549-995E-851109C7E9B9}" type="presOf" srcId="{74D2826A-708F-444E-AB0D-DCE4CAF99A18}" destId="{D5EE2855-439D-4877-9BC2-8E000BD5BDFE}" srcOrd="0" destOrd="0" presId="urn:microsoft.com/office/officeart/2018/5/layout/IconLeafLabelList"/>
    <dgm:cxn modelId="{1177EB4D-37A1-3D47-B478-DA1777DF7409}" type="presOf" srcId="{B9D8544A-7781-4DF0-9BCA-66AE280F5AC0}" destId="{B6A0452D-7BCE-44DF-AB27-ECB345998C99}" srcOrd="0" destOrd="0" presId="urn:microsoft.com/office/officeart/2018/5/layout/IconLeafLabelList"/>
    <dgm:cxn modelId="{91D49252-5B95-4800-BE5B-CB83862BF84A}" srcId="{E472E5DA-32A8-4ECF-B50A-D4EF53E6EDE4}" destId="{CEE24CCC-6E06-4624-BC54-D1D3A5EADB4C}" srcOrd="2" destOrd="0" parTransId="{6A21BE61-9324-404A-87C8-0E0CDE08008B}" sibTransId="{1107136B-C44D-40E2-81C8-2C4327DE0CB2}"/>
    <dgm:cxn modelId="{E4346773-DFEB-8348-9569-21DA3749E361}" type="presOf" srcId="{E472E5DA-32A8-4ECF-B50A-D4EF53E6EDE4}" destId="{C9C7B0D0-A07A-41D4-B33F-9142BF9EAF7E}" srcOrd="0" destOrd="0" presId="urn:microsoft.com/office/officeart/2018/5/layout/IconLeafLabelList"/>
    <dgm:cxn modelId="{5E69FD9C-81E8-784F-95B5-BD074B76B3AD}" type="presOf" srcId="{47A986EA-1210-4360-A502-82E5D628985F}" destId="{D7D0815E-39C0-454A-BFF4-29491AD0D7EB}" srcOrd="0" destOrd="0" presId="urn:microsoft.com/office/officeart/2018/5/layout/IconLeafLabelList"/>
    <dgm:cxn modelId="{838D36B9-5E01-4260-8A3D-9566055A4954}" srcId="{E472E5DA-32A8-4ECF-B50A-D4EF53E6EDE4}" destId="{74D2826A-708F-444E-AB0D-DCE4CAF99A18}" srcOrd="0" destOrd="0" parTransId="{C516E928-073A-4F68-BF18-F62C23AA41B4}" sibTransId="{A3A40136-BF15-437F-B359-8184CBB6830B}"/>
    <dgm:cxn modelId="{7E5C01C5-CD4C-3440-B187-F1B718E0B2A3}" type="presOf" srcId="{A2CE1A14-068B-47A8-8C16-AF6773CC40DF}" destId="{1B3C2199-301B-4575-B4E4-1BF7D8E992C4}" srcOrd="0" destOrd="0" presId="urn:microsoft.com/office/officeart/2018/5/layout/IconLeafLabelList"/>
    <dgm:cxn modelId="{1975BFE1-BB58-BE46-B3FC-A628260B9B4C}" type="presOf" srcId="{CEE24CCC-6E06-4624-BC54-D1D3A5EADB4C}" destId="{6D4359AE-60FF-46CF-80E1-FAEB44F907C4}" srcOrd="0" destOrd="0" presId="urn:microsoft.com/office/officeart/2018/5/layout/IconLeafLabelList"/>
    <dgm:cxn modelId="{35D865EE-93DD-4BAE-9A93-DCF4574C06C9}" srcId="{E472E5DA-32A8-4ECF-B50A-D4EF53E6EDE4}" destId="{A2CE1A14-068B-47A8-8C16-AF6773CC40DF}" srcOrd="1" destOrd="0" parTransId="{25FC25EB-DC95-4481-AC2F-FB9EFF4CCBE0}" sibTransId="{E3AD4A79-8D77-49EA-B39E-366F18A063A2}"/>
    <dgm:cxn modelId="{6EC649F7-9DD9-AC40-B5A8-52F3BB47CCD9}" type="presOf" srcId="{FC3BC81A-67A7-4705-8773-FA3EF23BD20F}" destId="{4612A32D-92C7-4332-96CA-83920F624B37}" srcOrd="0" destOrd="0" presId="urn:microsoft.com/office/officeart/2018/5/layout/IconLeafLabelList"/>
    <dgm:cxn modelId="{A4F9419A-C74C-9E4A-BF3D-DCF21116D9ED}" type="presParOf" srcId="{C9C7B0D0-A07A-41D4-B33F-9142BF9EAF7E}" destId="{83271069-2386-4000-A736-140B0B2DF4BB}" srcOrd="0" destOrd="0" presId="urn:microsoft.com/office/officeart/2018/5/layout/IconLeafLabelList"/>
    <dgm:cxn modelId="{F321D354-2C24-3941-A057-11A01159DC94}" type="presParOf" srcId="{83271069-2386-4000-A736-140B0B2DF4BB}" destId="{32217B21-3522-4D15-8252-64C9B18B83C2}" srcOrd="0" destOrd="0" presId="urn:microsoft.com/office/officeart/2018/5/layout/IconLeafLabelList"/>
    <dgm:cxn modelId="{5EBA2C31-1532-AC43-9FE4-AF327EEB32C2}" type="presParOf" srcId="{83271069-2386-4000-A736-140B0B2DF4BB}" destId="{05CE2F2E-013E-411F-9023-BFA25D2910D0}" srcOrd="1" destOrd="0" presId="urn:microsoft.com/office/officeart/2018/5/layout/IconLeafLabelList"/>
    <dgm:cxn modelId="{C9A03FBE-4978-0C41-BF83-9AFD3F04B2C4}" type="presParOf" srcId="{83271069-2386-4000-A736-140B0B2DF4BB}" destId="{26C14D9B-48EE-49CC-AA3E-2F01C554436A}" srcOrd="2" destOrd="0" presId="urn:microsoft.com/office/officeart/2018/5/layout/IconLeafLabelList"/>
    <dgm:cxn modelId="{C1FEFBA2-A5F4-F04D-B834-70B2A4A7DADA}" type="presParOf" srcId="{83271069-2386-4000-A736-140B0B2DF4BB}" destId="{D5EE2855-439D-4877-9BC2-8E000BD5BDFE}" srcOrd="3" destOrd="0" presId="urn:microsoft.com/office/officeart/2018/5/layout/IconLeafLabelList"/>
    <dgm:cxn modelId="{C1337526-F229-0F4D-B76C-DAFEA81680AD}" type="presParOf" srcId="{C9C7B0D0-A07A-41D4-B33F-9142BF9EAF7E}" destId="{FB5AA7C1-4C14-4F62-9A2C-3FFC594C022A}" srcOrd="1" destOrd="0" presId="urn:microsoft.com/office/officeart/2018/5/layout/IconLeafLabelList"/>
    <dgm:cxn modelId="{2F92150F-9FAE-6E4F-84B2-4D1B0B2405F3}" type="presParOf" srcId="{C9C7B0D0-A07A-41D4-B33F-9142BF9EAF7E}" destId="{51459D1D-86CE-43FD-B504-246655B6BAE6}" srcOrd="2" destOrd="0" presId="urn:microsoft.com/office/officeart/2018/5/layout/IconLeafLabelList"/>
    <dgm:cxn modelId="{C122789F-B7C6-6943-9FAB-934DE6C25D9A}" type="presParOf" srcId="{51459D1D-86CE-43FD-B504-246655B6BAE6}" destId="{197E7145-B57A-487E-AECD-9879784838CD}" srcOrd="0" destOrd="0" presId="urn:microsoft.com/office/officeart/2018/5/layout/IconLeafLabelList"/>
    <dgm:cxn modelId="{36B5036B-BA10-224B-928D-A0B8A599C5D1}" type="presParOf" srcId="{51459D1D-86CE-43FD-B504-246655B6BAE6}" destId="{831DF973-9525-464B-BE56-535138D6C0EA}" srcOrd="1" destOrd="0" presId="urn:microsoft.com/office/officeart/2018/5/layout/IconLeafLabelList"/>
    <dgm:cxn modelId="{40A49533-AE95-684C-8FA4-DA9068C08355}" type="presParOf" srcId="{51459D1D-86CE-43FD-B504-246655B6BAE6}" destId="{2BA73695-25BA-4CD0-8588-F08D252A3E7A}" srcOrd="2" destOrd="0" presId="urn:microsoft.com/office/officeart/2018/5/layout/IconLeafLabelList"/>
    <dgm:cxn modelId="{4C3F5102-EE5C-7249-A614-5EDFA46AD0A9}" type="presParOf" srcId="{51459D1D-86CE-43FD-B504-246655B6BAE6}" destId="{1B3C2199-301B-4575-B4E4-1BF7D8E992C4}" srcOrd="3" destOrd="0" presId="urn:microsoft.com/office/officeart/2018/5/layout/IconLeafLabelList"/>
    <dgm:cxn modelId="{D4870613-242F-9C4A-9693-C9CECAE215B9}" type="presParOf" srcId="{C9C7B0D0-A07A-41D4-B33F-9142BF9EAF7E}" destId="{67F99879-2DC0-49BC-BD56-D51AF0ABA2C0}" srcOrd="3" destOrd="0" presId="urn:microsoft.com/office/officeart/2018/5/layout/IconLeafLabelList"/>
    <dgm:cxn modelId="{202943A6-BD9C-5640-BFB0-C12191AF7158}" type="presParOf" srcId="{C9C7B0D0-A07A-41D4-B33F-9142BF9EAF7E}" destId="{26185D09-45CD-49F8-A26B-081A05126E5F}" srcOrd="4" destOrd="0" presId="urn:microsoft.com/office/officeart/2018/5/layout/IconLeafLabelList"/>
    <dgm:cxn modelId="{7896B0FA-6AF7-804D-9B4E-218BB5EC8B2A}" type="presParOf" srcId="{26185D09-45CD-49F8-A26B-081A05126E5F}" destId="{51D090ED-2F7F-4E1B-8DD8-4919CADEF8BB}" srcOrd="0" destOrd="0" presId="urn:microsoft.com/office/officeart/2018/5/layout/IconLeafLabelList"/>
    <dgm:cxn modelId="{DB6A35DE-5D6D-8248-8DFE-BA80564951BB}" type="presParOf" srcId="{26185D09-45CD-49F8-A26B-081A05126E5F}" destId="{02744AF4-2A8B-4EB8-B578-034E84C52B42}" srcOrd="1" destOrd="0" presId="urn:microsoft.com/office/officeart/2018/5/layout/IconLeafLabelList"/>
    <dgm:cxn modelId="{7907B8F3-B670-F440-909D-C6B1CFFE5B3B}" type="presParOf" srcId="{26185D09-45CD-49F8-A26B-081A05126E5F}" destId="{45C7A227-CF18-4586-98D5-F166FBEF2362}" srcOrd="2" destOrd="0" presId="urn:microsoft.com/office/officeart/2018/5/layout/IconLeafLabelList"/>
    <dgm:cxn modelId="{7B937E43-DA42-0342-8960-EC8F9390803A}" type="presParOf" srcId="{26185D09-45CD-49F8-A26B-081A05126E5F}" destId="{6D4359AE-60FF-46CF-80E1-FAEB44F907C4}" srcOrd="3" destOrd="0" presId="urn:microsoft.com/office/officeart/2018/5/layout/IconLeafLabelList"/>
    <dgm:cxn modelId="{A592AF24-74E2-1F4C-A72A-15B38E67B78D}" type="presParOf" srcId="{C9C7B0D0-A07A-41D4-B33F-9142BF9EAF7E}" destId="{1F253DE4-0B0C-4E47-8D05-DF6482703E4B}" srcOrd="5" destOrd="0" presId="urn:microsoft.com/office/officeart/2018/5/layout/IconLeafLabelList"/>
    <dgm:cxn modelId="{40F91666-6B8A-5940-B229-6953D59F2A59}" type="presParOf" srcId="{C9C7B0D0-A07A-41D4-B33F-9142BF9EAF7E}" destId="{B8806C6E-0620-48C5-847C-C3554B8DEDE4}" srcOrd="6" destOrd="0" presId="urn:microsoft.com/office/officeart/2018/5/layout/IconLeafLabelList"/>
    <dgm:cxn modelId="{8EDB1F81-1977-BA42-92FF-1EE8A5AF65AC}" type="presParOf" srcId="{B8806C6E-0620-48C5-847C-C3554B8DEDE4}" destId="{A9D8ADD5-897E-4F14-A2EB-DA633E65DE1A}" srcOrd="0" destOrd="0" presId="urn:microsoft.com/office/officeart/2018/5/layout/IconLeafLabelList"/>
    <dgm:cxn modelId="{2D44078E-2107-4F46-97E6-00FC36FFE649}" type="presParOf" srcId="{B8806C6E-0620-48C5-847C-C3554B8DEDE4}" destId="{D0E3F88A-7C43-44C0-8BF2-C3A0E4E259D4}" srcOrd="1" destOrd="0" presId="urn:microsoft.com/office/officeart/2018/5/layout/IconLeafLabelList"/>
    <dgm:cxn modelId="{FF72AEA4-DB87-DE44-A5F6-5BA0D035BAE7}" type="presParOf" srcId="{B8806C6E-0620-48C5-847C-C3554B8DEDE4}" destId="{F81DECB6-3019-48FD-A8DE-81D533DF5752}" srcOrd="2" destOrd="0" presId="urn:microsoft.com/office/officeart/2018/5/layout/IconLeafLabelList"/>
    <dgm:cxn modelId="{D44B81B4-8D4A-E446-8684-D2AAA695AFB8}" type="presParOf" srcId="{B8806C6E-0620-48C5-847C-C3554B8DEDE4}" destId="{B6A0452D-7BCE-44DF-AB27-ECB345998C99}" srcOrd="3" destOrd="0" presId="urn:microsoft.com/office/officeart/2018/5/layout/IconLeafLabelList"/>
    <dgm:cxn modelId="{D4AB8D35-66D7-0149-AE54-3B20034FFE75}" type="presParOf" srcId="{C9C7B0D0-A07A-41D4-B33F-9142BF9EAF7E}" destId="{91EC2D54-27BC-43DE-BC2C-262B007F71AC}" srcOrd="7" destOrd="0" presId="urn:microsoft.com/office/officeart/2018/5/layout/IconLeafLabelList"/>
    <dgm:cxn modelId="{63CA2649-980E-9248-A22F-F1528814EB0B}" type="presParOf" srcId="{C9C7B0D0-A07A-41D4-B33F-9142BF9EAF7E}" destId="{A03D8758-1309-4E91-AD5E-50D3C2DAF687}" srcOrd="8" destOrd="0" presId="urn:microsoft.com/office/officeart/2018/5/layout/IconLeafLabelList"/>
    <dgm:cxn modelId="{6581111F-C864-D448-9266-EC3DF096DCF9}" type="presParOf" srcId="{A03D8758-1309-4E91-AD5E-50D3C2DAF687}" destId="{09FEB43C-0D67-4F41-8AB7-44BC28931ED7}" srcOrd="0" destOrd="0" presId="urn:microsoft.com/office/officeart/2018/5/layout/IconLeafLabelList"/>
    <dgm:cxn modelId="{D2FE2509-286C-354C-9424-97EFD90A9EBB}" type="presParOf" srcId="{A03D8758-1309-4E91-AD5E-50D3C2DAF687}" destId="{10757E9A-CF05-4618-87AA-116A15FC7B96}" srcOrd="1" destOrd="0" presId="urn:microsoft.com/office/officeart/2018/5/layout/IconLeafLabelList"/>
    <dgm:cxn modelId="{81BE42C7-E4CB-EF45-9EE6-FB2CD1F9FACA}" type="presParOf" srcId="{A03D8758-1309-4E91-AD5E-50D3C2DAF687}" destId="{20A0232F-2AEB-43E4-B2D8-5091E61B79DB}" srcOrd="2" destOrd="0" presId="urn:microsoft.com/office/officeart/2018/5/layout/IconLeafLabelList"/>
    <dgm:cxn modelId="{0CF51390-2D55-4340-B3F6-B2D167A98124}" type="presParOf" srcId="{A03D8758-1309-4E91-AD5E-50D3C2DAF687}" destId="{4612A32D-92C7-4332-96CA-83920F624B37}" srcOrd="3" destOrd="0" presId="urn:microsoft.com/office/officeart/2018/5/layout/IconLeafLabelList"/>
    <dgm:cxn modelId="{A96420AF-7434-7C42-A97E-B0A380F508C8}" type="presParOf" srcId="{C9C7B0D0-A07A-41D4-B33F-9142BF9EAF7E}" destId="{056A71EB-3716-422B-9561-A4C1DBBAA4E9}" srcOrd="9" destOrd="0" presId="urn:microsoft.com/office/officeart/2018/5/layout/IconLeafLabelList"/>
    <dgm:cxn modelId="{031F3E58-4B14-C645-9229-7216958E24AC}" type="presParOf" srcId="{C9C7B0D0-A07A-41D4-B33F-9142BF9EAF7E}" destId="{DE448244-453D-4765-BE9F-5B337C681EA7}" srcOrd="10" destOrd="0" presId="urn:microsoft.com/office/officeart/2018/5/layout/IconLeafLabelList"/>
    <dgm:cxn modelId="{369BB008-8ABA-9A48-A516-112209CCF186}" type="presParOf" srcId="{DE448244-453D-4765-BE9F-5B337C681EA7}" destId="{173009C5-0916-41BE-9804-32D7D97691E3}" srcOrd="0" destOrd="0" presId="urn:microsoft.com/office/officeart/2018/5/layout/IconLeafLabelList"/>
    <dgm:cxn modelId="{AC766131-9CB3-5744-8B90-22F899BCFDD0}" type="presParOf" srcId="{DE448244-453D-4765-BE9F-5B337C681EA7}" destId="{91C1738C-B054-4E35-B6FD-9CD5E26E5CBC}" srcOrd="1" destOrd="0" presId="urn:microsoft.com/office/officeart/2018/5/layout/IconLeafLabelList"/>
    <dgm:cxn modelId="{559C159F-C522-634E-AB9A-EA0E148D6665}" type="presParOf" srcId="{DE448244-453D-4765-BE9F-5B337C681EA7}" destId="{2B421933-5D10-421B-9042-370C2AB1D11D}" srcOrd="2" destOrd="0" presId="urn:microsoft.com/office/officeart/2018/5/layout/IconLeafLabelList"/>
    <dgm:cxn modelId="{BC7087EA-3226-3F41-8CF0-72B87C210147}" type="presParOf" srcId="{DE448244-453D-4765-BE9F-5B337C681EA7}" destId="{D7D0815E-39C0-454A-BFF4-29491AD0D7EB}"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7A35F69-D2F0-40A7-855C-76C2C64340DA}"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B9719F9F-7733-4C42-886F-B5833BC1B7EC}">
      <dgm:prSet/>
      <dgm:spPr/>
      <dgm:t>
        <a:bodyPr/>
        <a:lstStyle/>
        <a:p>
          <a:r>
            <a:rPr lang="en-US"/>
            <a:t>Linear, step‑by‑step approach</a:t>
          </a:r>
        </a:p>
      </dgm:t>
    </dgm:pt>
    <dgm:pt modelId="{DE85C3D5-3F52-48AC-99BD-69128E5FCFB7}" type="parTrans" cxnId="{0221C92E-F718-4EF6-A6F3-81537C9A1048}">
      <dgm:prSet/>
      <dgm:spPr/>
      <dgm:t>
        <a:bodyPr/>
        <a:lstStyle/>
        <a:p>
          <a:endParaRPr lang="en-US"/>
        </a:p>
      </dgm:t>
    </dgm:pt>
    <dgm:pt modelId="{0A61EAA8-61A0-4A16-AF78-DF207BD87FCB}" type="sibTrans" cxnId="{0221C92E-F718-4EF6-A6F3-81537C9A1048}">
      <dgm:prSet/>
      <dgm:spPr/>
      <dgm:t>
        <a:bodyPr/>
        <a:lstStyle/>
        <a:p>
          <a:endParaRPr lang="en-US"/>
        </a:p>
      </dgm:t>
    </dgm:pt>
    <dgm:pt modelId="{BD864169-D70A-41A9-9C95-75317298AA4A}">
      <dgm:prSet/>
      <dgm:spPr/>
      <dgm:t>
        <a:bodyPr/>
        <a:lstStyle/>
        <a:p>
          <a:r>
            <a:rPr lang="en-US"/>
            <a:t>Requires full requirements upfront</a:t>
          </a:r>
        </a:p>
      </dgm:t>
    </dgm:pt>
    <dgm:pt modelId="{C5B84F56-889E-4E4C-B6F2-25FFA34D99DA}" type="parTrans" cxnId="{D9E5C324-93E8-4967-B822-D45A0DAF052B}">
      <dgm:prSet/>
      <dgm:spPr/>
      <dgm:t>
        <a:bodyPr/>
        <a:lstStyle/>
        <a:p>
          <a:endParaRPr lang="en-US"/>
        </a:p>
      </dgm:t>
    </dgm:pt>
    <dgm:pt modelId="{B9130660-F88E-476B-827C-257A2B5168CA}" type="sibTrans" cxnId="{D9E5C324-93E8-4967-B822-D45A0DAF052B}">
      <dgm:prSet/>
      <dgm:spPr/>
      <dgm:t>
        <a:bodyPr/>
        <a:lstStyle/>
        <a:p>
          <a:endParaRPr lang="en-US"/>
        </a:p>
      </dgm:t>
    </dgm:pt>
    <dgm:pt modelId="{C48046E8-CD35-4452-BAC5-3B80FA015009}">
      <dgm:prSet/>
      <dgm:spPr/>
      <dgm:t>
        <a:bodyPr/>
        <a:lstStyle/>
        <a:p>
          <a:r>
            <a:rPr lang="en-US"/>
            <a:t>Hard to change direction midway</a:t>
          </a:r>
        </a:p>
      </dgm:t>
    </dgm:pt>
    <dgm:pt modelId="{7C2E1FD2-245C-4D24-8095-11A4B987B812}" type="parTrans" cxnId="{1DA9EBC9-090F-47CF-8C3F-8B755B4BAA16}">
      <dgm:prSet/>
      <dgm:spPr/>
      <dgm:t>
        <a:bodyPr/>
        <a:lstStyle/>
        <a:p>
          <a:endParaRPr lang="en-US"/>
        </a:p>
      </dgm:t>
    </dgm:pt>
    <dgm:pt modelId="{06A9B308-E170-4EE3-9FAF-2D16EB005ED3}" type="sibTrans" cxnId="{1DA9EBC9-090F-47CF-8C3F-8B755B4BAA16}">
      <dgm:prSet/>
      <dgm:spPr/>
      <dgm:t>
        <a:bodyPr/>
        <a:lstStyle/>
        <a:p>
          <a:endParaRPr lang="en-US"/>
        </a:p>
      </dgm:t>
    </dgm:pt>
    <dgm:pt modelId="{2521B022-300A-4A52-BC68-C3A91900116C}">
      <dgm:prSet/>
      <dgm:spPr/>
      <dgm:t>
        <a:bodyPr/>
        <a:lstStyle/>
        <a:p>
          <a:r>
            <a:rPr lang="en-US"/>
            <a:t>Testing occurs at the end</a:t>
          </a:r>
        </a:p>
      </dgm:t>
    </dgm:pt>
    <dgm:pt modelId="{63C9A407-9674-48AD-A7F8-93B4F57EB8D6}" type="parTrans" cxnId="{5E89D48E-2E2D-497E-AC64-19D914CE6465}">
      <dgm:prSet/>
      <dgm:spPr/>
      <dgm:t>
        <a:bodyPr/>
        <a:lstStyle/>
        <a:p>
          <a:endParaRPr lang="en-US"/>
        </a:p>
      </dgm:t>
    </dgm:pt>
    <dgm:pt modelId="{EBA1C923-455D-4858-B78E-A93107E7A254}" type="sibTrans" cxnId="{5E89D48E-2E2D-497E-AC64-19D914CE6465}">
      <dgm:prSet/>
      <dgm:spPr/>
      <dgm:t>
        <a:bodyPr/>
        <a:lstStyle/>
        <a:p>
          <a:endParaRPr lang="en-US"/>
        </a:p>
      </dgm:t>
    </dgm:pt>
    <dgm:pt modelId="{27143D11-A167-1144-B00D-0E86180261DC}" type="pres">
      <dgm:prSet presAssocID="{E7A35F69-D2F0-40A7-855C-76C2C64340DA}" presName="linear" presStyleCnt="0">
        <dgm:presLayoutVars>
          <dgm:animLvl val="lvl"/>
          <dgm:resizeHandles val="exact"/>
        </dgm:presLayoutVars>
      </dgm:prSet>
      <dgm:spPr/>
    </dgm:pt>
    <dgm:pt modelId="{A5E5DE80-2B0C-4740-987D-4DBAD20E3EF3}" type="pres">
      <dgm:prSet presAssocID="{B9719F9F-7733-4C42-886F-B5833BC1B7EC}" presName="parentText" presStyleLbl="node1" presStyleIdx="0" presStyleCnt="4">
        <dgm:presLayoutVars>
          <dgm:chMax val="0"/>
          <dgm:bulletEnabled val="1"/>
        </dgm:presLayoutVars>
      </dgm:prSet>
      <dgm:spPr/>
    </dgm:pt>
    <dgm:pt modelId="{E5B3F664-2C3B-EE47-9A51-2688DA18BABB}" type="pres">
      <dgm:prSet presAssocID="{0A61EAA8-61A0-4A16-AF78-DF207BD87FCB}" presName="spacer" presStyleCnt="0"/>
      <dgm:spPr/>
    </dgm:pt>
    <dgm:pt modelId="{8B9C998C-F690-0C44-8DF1-1B3843EBFD18}" type="pres">
      <dgm:prSet presAssocID="{BD864169-D70A-41A9-9C95-75317298AA4A}" presName="parentText" presStyleLbl="node1" presStyleIdx="1" presStyleCnt="4">
        <dgm:presLayoutVars>
          <dgm:chMax val="0"/>
          <dgm:bulletEnabled val="1"/>
        </dgm:presLayoutVars>
      </dgm:prSet>
      <dgm:spPr/>
    </dgm:pt>
    <dgm:pt modelId="{856B3859-9832-E546-A048-8D38CF26000E}" type="pres">
      <dgm:prSet presAssocID="{B9130660-F88E-476B-827C-257A2B5168CA}" presName="spacer" presStyleCnt="0"/>
      <dgm:spPr/>
    </dgm:pt>
    <dgm:pt modelId="{735A15BD-DC17-DB44-B0C6-103833CD629D}" type="pres">
      <dgm:prSet presAssocID="{C48046E8-CD35-4452-BAC5-3B80FA015009}" presName="parentText" presStyleLbl="node1" presStyleIdx="2" presStyleCnt="4">
        <dgm:presLayoutVars>
          <dgm:chMax val="0"/>
          <dgm:bulletEnabled val="1"/>
        </dgm:presLayoutVars>
      </dgm:prSet>
      <dgm:spPr/>
    </dgm:pt>
    <dgm:pt modelId="{3D9C0125-231C-A54B-B185-CF110D2873EA}" type="pres">
      <dgm:prSet presAssocID="{06A9B308-E170-4EE3-9FAF-2D16EB005ED3}" presName="spacer" presStyleCnt="0"/>
      <dgm:spPr/>
    </dgm:pt>
    <dgm:pt modelId="{419692D0-8BCF-AA4D-A11D-3305D5AF9732}" type="pres">
      <dgm:prSet presAssocID="{2521B022-300A-4A52-BC68-C3A91900116C}" presName="parentText" presStyleLbl="node1" presStyleIdx="3" presStyleCnt="4">
        <dgm:presLayoutVars>
          <dgm:chMax val="0"/>
          <dgm:bulletEnabled val="1"/>
        </dgm:presLayoutVars>
      </dgm:prSet>
      <dgm:spPr/>
    </dgm:pt>
  </dgm:ptLst>
  <dgm:cxnLst>
    <dgm:cxn modelId="{D9E5C324-93E8-4967-B822-D45A0DAF052B}" srcId="{E7A35F69-D2F0-40A7-855C-76C2C64340DA}" destId="{BD864169-D70A-41A9-9C95-75317298AA4A}" srcOrd="1" destOrd="0" parTransId="{C5B84F56-889E-4E4C-B6F2-25FFA34D99DA}" sibTransId="{B9130660-F88E-476B-827C-257A2B5168CA}"/>
    <dgm:cxn modelId="{0221C92E-F718-4EF6-A6F3-81537C9A1048}" srcId="{E7A35F69-D2F0-40A7-855C-76C2C64340DA}" destId="{B9719F9F-7733-4C42-886F-B5833BC1B7EC}" srcOrd="0" destOrd="0" parTransId="{DE85C3D5-3F52-48AC-99BD-69128E5FCFB7}" sibTransId="{0A61EAA8-61A0-4A16-AF78-DF207BD87FCB}"/>
    <dgm:cxn modelId="{04E0A93F-91B0-364C-AED4-10769C122C4C}" type="presOf" srcId="{B9719F9F-7733-4C42-886F-B5833BC1B7EC}" destId="{A5E5DE80-2B0C-4740-987D-4DBAD20E3EF3}" srcOrd="0" destOrd="0" presId="urn:microsoft.com/office/officeart/2005/8/layout/vList2"/>
    <dgm:cxn modelId="{B0BACA47-32AE-5442-8451-57420B5A8029}" type="presOf" srcId="{C48046E8-CD35-4452-BAC5-3B80FA015009}" destId="{735A15BD-DC17-DB44-B0C6-103833CD629D}" srcOrd="0" destOrd="0" presId="urn:microsoft.com/office/officeart/2005/8/layout/vList2"/>
    <dgm:cxn modelId="{4CD4FC57-29A4-BF42-A59C-283775102BB1}" type="presOf" srcId="{E7A35F69-D2F0-40A7-855C-76C2C64340DA}" destId="{27143D11-A167-1144-B00D-0E86180261DC}" srcOrd="0" destOrd="0" presId="urn:microsoft.com/office/officeart/2005/8/layout/vList2"/>
    <dgm:cxn modelId="{5E89D48E-2E2D-497E-AC64-19D914CE6465}" srcId="{E7A35F69-D2F0-40A7-855C-76C2C64340DA}" destId="{2521B022-300A-4A52-BC68-C3A91900116C}" srcOrd="3" destOrd="0" parTransId="{63C9A407-9674-48AD-A7F8-93B4F57EB8D6}" sibTransId="{EBA1C923-455D-4858-B78E-A93107E7A254}"/>
    <dgm:cxn modelId="{0EDFA7A3-AF20-5242-81FF-9148384FCA91}" type="presOf" srcId="{2521B022-300A-4A52-BC68-C3A91900116C}" destId="{419692D0-8BCF-AA4D-A11D-3305D5AF9732}" srcOrd="0" destOrd="0" presId="urn:microsoft.com/office/officeart/2005/8/layout/vList2"/>
    <dgm:cxn modelId="{1DA9EBC9-090F-47CF-8C3F-8B755B4BAA16}" srcId="{E7A35F69-D2F0-40A7-855C-76C2C64340DA}" destId="{C48046E8-CD35-4452-BAC5-3B80FA015009}" srcOrd="2" destOrd="0" parTransId="{7C2E1FD2-245C-4D24-8095-11A4B987B812}" sibTransId="{06A9B308-E170-4EE3-9FAF-2D16EB005ED3}"/>
    <dgm:cxn modelId="{501888F0-30DD-E645-B64B-1FE07C26DF65}" type="presOf" srcId="{BD864169-D70A-41A9-9C95-75317298AA4A}" destId="{8B9C998C-F690-0C44-8DF1-1B3843EBFD18}" srcOrd="0" destOrd="0" presId="urn:microsoft.com/office/officeart/2005/8/layout/vList2"/>
    <dgm:cxn modelId="{3E7573F3-53A7-8E41-BE1D-A6DFCC3BA514}" type="presParOf" srcId="{27143D11-A167-1144-B00D-0E86180261DC}" destId="{A5E5DE80-2B0C-4740-987D-4DBAD20E3EF3}" srcOrd="0" destOrd="0" presId="urn:microsoft.com/office/officeart/2005/8/layout/vList2"/>
    <dgm:cxn modelId="{49C7DEBB-6842-1B4D-A5D4-C8378242A4EE}" type="presParOf" srcId="{27143D11-A167-1144-B00D-0E86180261DC}" destId="{E5B3F664-2C3B-EE47-9A51-2688DA18BABB}" srcOrd="1" destOrd="0" presId="urn:microsoft.com/office/officeart/2005/8/layout/vList2"/>
    <dgm:cxn modelId="{2BBDF41A-D585-2F4E-80AD-46C3F9CCEA10}" type="presParOf" srcId="{27143D11-A167-1144-B00D-0E86180261DC}" destId="{8B9C998C-F690-0C44-8DF1-1B3843EBFD18}" srcOrd="2" destOrd="0" presId="urn:microsoft.com/office/officeart/2005/8/layout/vList2"/>
    <dgm:cxn modelId="{BF42BD9E-E992-EF4D-8FF1-9455CFE1E5F8}" type="presParOf" srcId="{27143D11-A167-1144-B00D-0E86180261DC}" destId="{856B3859-9832-E546-A048-8D38CF26000E}" srcOrd="3" destOrd="0" presId="urn:microsoft.com/office/officeart/2005/8/layout/vList2"/>
    <dgm:cxn modelId="{5E3665C5-73CD-C746-A760-4B117FE6966E}" type="presParOf" srcId="{27143D11-A167-1144-B00D-0E86180261DC}" destId="{735A15BD-DC17-DB44-B0C6-103833CD629D}" srcOrd="4" destOrd="0" presId="urn:microsoft.com/office/officeart/2005/8/layout/vList2"/>
    <dgm:cxn modelId="{832E8F2E-9242-5F47-AE2C-AFE7AAD6FE6C}" type="presParOf" srcId="{27143D11-A167-1144-B00D-0E86180261DC}" destId="{3D9C0125-231C-A54B-B185-CF110D2873EA}" srcOrd="5" destOrd="0" presId="urn:microsoft.com/office/officeart/2005/8/layout/vList2"/>
    <dgm:cxn modelId="{EBE94FC5-E8CF-0C48-B6AC-3692F2C4DBFB}" type="presParOf" srcId="{27143D11-A167-1144-B00D-0E86180261DC}" destId="{419692D0-8BCF-AA4D-A11D-3305D5AF9732}"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6B45BFB-233F-4CCD-A338-870CD5D382C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D0F43AAB-D4E3-4C33-A7FA-D6E73121DDC9}">
      <dgm:prSet/>
      <dgm:spPr/>
      <dgm:t>
        <a:bodyPr/>
        <a:lstStyle/>
        <a:p>
          <a:r>
            <a:rPr lang="en-US"/>
            <a:t>If requirements change:</a:t>
          </a:r>
        </a:p>
      </dgm:t>
    </dgm:pt>
    <dgm:pt modelId="{6DC59DB3-E72B-411C-8C2C-22951539C7A3}" type="parTrans" cxnId="{7CA9F1CD-5458-41C4-A58C-A0495AB7D17A}">
      <dgm:prSet/>
      <dgm:spPr/>
      <dgm:t>
        <a:bodyPr/>
        <a:lstStyle/>
        <a:p>
          <a:endParaRPr lang="en-US"/>
        </a:p>
      </dgm:t>
    </dgm:pt>
    <dgm:pt modelId="{FE84C390-6E14-46D6-A99D-6D7C7A770208}" type="sibTrans" cxnId="{7CA9F1CD-5458-41C4-A58C-A0495AB7D17A}">
      <dgm:prSet/>
      <dgm:spPr/>
      <dgm:t>
        <a:bodyPr/>
        <a:lstStyle/>
        <a:p>
          <a:endParaRPr lang="en-US"/>
        </a:p>
      </dgm:t>
    </dgm:pt>
    <dgm:pt modelId="{1012A09C-66FD-47C7-85DC-F965F74B26CD}">
      <dgm:prSet/>
      <dgm:spPr/>
      <dgm:t>
        <a:bodyPr/>
        <a:lstStyle/>
        <a:p>
          <a:r>
            <a:rPr lang="en-US" b="1" dirty="0"/>
            <a:t>Waterfall: </a:t>
          </a:r>
          <a:r>
            <a:rPr lang="en-US" dirty="0"/>
            <a:t>Delays + rework</a:t>
          </a:r>
        </a:p>
      </dgm:t>
    </dgm:pt>
    <dgm:pt modelId="{EAB46008-6C00-44C5-B06F-72494D23CE8E}" type="parTrans" cxnId="{D7B7B75D-8B6A-41F9-B8D2-EAD7C5EC9A92}">
      <dgm:prSet/>
      <dgm:spPr/>
      <dgm:t>
        <a:bodyPr/>
        <a:lstStyle/>
        <a:p>
          <a:endParaRPr lang="en-US"/>
        </a:p>
      </dgm:t>
    </dgm:pt>
    <dgm:pt modelId="{A960E33B-5446-4A3C-A558-4ADF329D8651}" type="sibTrans" cxnId="{D7B7B75D-8B6A-41F9-B8D2-EAD7C5EC9A92}">
      <dgm:prSet/>
      <dgm:spPr/>
      <dgm:t>
        <a:bodyPr/>
        <a:lstStyle/>
        <a:p>
          <a:endParaRPr lang="en-US"/>
        </a:p>
      </dgm:t>
    </dgm:pt>
    <dgm:pt modelId="{657703EF-628F-4D60-B6CD-85EE33440D61}">
      <dgm:prSet/>
      <dgm:spPr/>
      <dgm:t>
        <a:bodyPr/>
        <a:lstStyle/>
        <a:p>
          <a:r>
            <a:rPr lang="en-US" b="1" dirty="0"/>
            <a:t>Agile: </a:t>
          </a:r>
          <a:r>
            <a:rPr lang="en-US" dirty="0"/>
            <a:t>Update backlog, adjust next sprint</a:t>
          </a:r>
        </a:p>
      </dgm:t>
    </dgm:pt>
    <dgm:pt modelId="{5DE11A9F-9F1F-4D8C-BEDB-0A4A23F68C1E}" type="parTrans" cxnId="{A1D7A98D-6338-443E-B1F0-967FC2369C84}">
      <dgm:prSet/>
      <dgm:spPr/>
      <dgm:t>
        <a:bodyPr/>
        <a:lstStyle/>
        <a:p>
          <a:endParaRPr lang="en-US"/>
        </a:p>
      </dgm:t>
    </dgm:pt>
    <dgm:pt modelId="{983269BD-1C53-42D0-9052-A32A451465EE}" type="sibTrans" cxnId="{A1D7A98D-6338-443E-B1F0-967FC2369C84}">
      <dgm:prSet/>
      <dgm:spPr/>
      <dgm:t>
        <a:bodyPr/>
        <a:lstStyle/>
        <a:p>
          <a:endParaRPr lang="en-US"/>
        </a:p>
      </dgm:t>
    </dgm:pt>
    <dgm:pt modelId="{CDE501FB-3D6C-45AA-862E-D179946990F4}">
      <dgm:prSet/>
      <dgm:spPr/>
      <dgm:t>
        <a:bodyPr/>
        <a:lstStyle/>
        <a:p>
          <a:r>
            <a:rPr lang="en-US" dirty="0"/>
            <a:t>If feedback comes late:</a:t>
          </a:r>
        </a:p>
      </dgm:t>
    </dgm:pt>
    <dgm:pt modelId="{582C151D-057B-408E-953B-151350EF9A87}" type="parTrans" cxnId="{C8A74874-25B1-4A31-98D1-5555A02444BE}">
      <dgm:prSet/>
      <dgm:spPr/>
      <dgm:t>
        <a:bodyPr/>
        <a:lstStyle/>
        <a:p>
          <a:endParaRPr lang="en-US"/>
        </a:p>
      </dgm:t>
    </dgm:pt>
    <dgm:pt modelId="{E63E52D5-1CEA-4CA4-809C-99D5C541712C}" type="sibTrans" cxnId="{C8A74874-25B1-4A31-98D1-5555A02444BE}">
      <dgm:prSet/>
      <dgm:spPr/>
      <dgm:t>
        <a:bodyPr/>
        <a:lstStyle/>
        <a:p>
          <a:endParaRPr lang="en-US"/>
        </a:p>
      </dgm:t>
    </dgm:pt>
    <dgm:pt modelId="{E6BFB079-F027-4F0D-A50F-BDD1316D419D}">
      <dgm:prSet/>
      <dgm:spPr/>
      <dgm:t>
        <a:bodyPr/>
        <a:lstStyle/>
        <a:p>
          <a:r>
            <a:rPr lang="en-US" b="1" dirty="0"/>
            <a:t>Waterfall: </a:t>
          </a:r>
          <a:r>
            <a:rPr lang="en-US" dirty="0"/>
            <a:t>Harder to fix</a:t>
          </a:r>
        </a:p>
      </dgm:t>
    </dgm:pt>
    <dgm:pt modelId="{2C2D5738-D536-4622-8DCC-4A2C5FB9EC60}" type="parTrans" cxnId="{7A6F5097-1B25-4FA8-B33E-542BE654972E}">
      <dgm:prSet/>
      <dgm:spPr/>
      <dgm:t>
        <a:bodyPr/>
        <a:lstStyle/>
        <a:p>
          <a:endParaRPr lang="en-US"/>
        </a:p>
      </dgm:t>
    </dgm:pt>
    <dgm:pt modelId="{3A5F56A2-95FE-4B2A-B807-E41D0CED89AB}" type="sibTrans" cxnId="{7A6F5097-1B25-4FA8-B33E-542BE654972E}">
      <dgm:prSet/>
      <dgm:spPr/>
      <dgm:t>
        <a:bodyPr/>
        <a:lstStyle/>
        <a:p>
          <a:endParaRPr lang="en-US"/>
        </a:p>
      </dgm:t>
    </dgm:pt>
    <dgm:pt modelId="{D53E9460-5BC2-4090-B297-3B8025C9DA80}">
      <dgm:prSet/>
      <dgm:spPr/>
      <dgm:t>
        <a:bodyPr/>
        <a:lstStyle/>
        <a:p>
          <a:r>
            <a:rPr lang="en-US" b="1" dirty="0"/>
            <a:t>Agile: </a:t>
          </a:r>
          <a:r>
            <a:rPr lang="en-US" dirty="0"/>
            <a:t>Reviewed every sprint</a:t>
          </a:r>
        </a:p>
      </dgm:t>
    </dgm:pt>
    <dgm:pt modelId="{3CB47236-7C76-4CCE-82B3-D85AE836417E}" type="parTrans" cxnId="{4DE3664C-62E9-4FC7-AF59-D8F9B56F3EBC}">
      <dgm:prSet/>
      <dgm:spPr/>
      <dgm:t>
        <a:bodyPr/>
        <a:lstStyle/>
        <a:p>
          <a:endParaRPr lang="en-US"/>
        </a:p>
      </dgm:t>
    </dgm:pt>
    <dgm:pt modelId="{8ED53A17-0363-495F-B295-7CE2F02D6AF0}" type="sibTrans" cxnId="{4DE3664C-62E9-4FC7-AF59-D8F9B56F3EBC}">
      <dgm:prSet/>
      <dgm:spPr/>
      <dgm:t>
        <a:bodyPr/>
        <a:lstStyle/>
        <a:p>
          <a:endParaRPr lang="en-US"/>
        </a:p>
      </dgm:t>
    </dgm:pt>
    <dgm:pt modelId="{1DD52145-24F6-A64C-BCE6-B55C1AC6B1CB}" type="pres">
      <dgm:prSet presAssocID="{16B45BFB-233F-4CCD-A338-870CD5D382C3}" presName="diagram" presStyleCnt="0">
        <dgm:presLayoutVars>
          <dgm:dir/>
          <dgm:resizeHandles val="exact"/>
        </dgm:presLayoutVars>
      </dgm:prSet>
      <dgm:spPr/>
    </dgm:pt>
    <dgm:pt modelId="{A47AB606-D6B9-914D-8696-C5211DFDA363}" type="pres">
      <dgm:prSet presAssocID="{D0F43AAB-D4E3-4C33-A7FA-D6E73121DDC9}" presName="node" presStyleLbl="node1" presStyleIdx="0" presStyleCnt="6">
        <dgm:presLayoutVars>
          <dgm:bulletEnabled val="1"/>
        </dgm:presLayoutVars>
      </dgm:prSet>
      <dgm:spPr/>
    </dgm:pt>
    <dgm:pt modelId="{90F82F89-C0EF-8045-8A38-98BBB8BABC10}" type="pres">
      <dgm:prSet presAssocID="{FE84C390-6E14-46D6-A99D-6D7C7A770208}" presName="sibTrans" presStyleCnt="0"/>
      <dgm:spPr/>
    </dgm:pt>
    <dgm:pt modelId="{D9F57B45-3A45-6C43-9C88-70C8EFB9E7F9}" type="pres">
      <dgm:prSet presAssocID="{1012A09C-66FD-47C7-85DC-F965F74B26CD}" presName="node" presStyleLbl="node1" presStyleIdx="1" presStyleCnt="6">
        <dgm:presLayoutVars>
          <dgm:bulletEnabled val="1"/>
        </dgm:presLayoutVars>
      </dgm:prSet>
      <dgm:spPr/>
    </dgm:pt>
    <dgm:pt modelId="{AA9049A2-DBA7-9942-9B79-DC7EBFE0FB4F}" type="pres">
      <dgm:prSet presAssocID="{A960E33B-5446-4A3C-A558-4ADF329D8651}" presName="sibTrans" presStyleCnt="0"/>
      <dgm:spPr/>
    </dgm:pt>
    <dgm:pt modelId="{27A2190C-83DE-1140-A7E3-942AAFEC95F4}" type="pres">
      <dgm:prSet presAssocID="{657703EF-628F-4D60-B6CD-85EE33440D61}" presName="node" presStyleLbl="node1" presStyleIdx="2" presStyleCnt="6">
        <dgm:presLayoutVars>
          <dgm:bulletEnabled val="1"/>
        </dgm:presLayoutVars>
      </dgm:prSet>
      <dgm:spPr/>
    </dgm:pt>
    <dgm:pt modelId="{B3B8ECF9-F6FC-954D-9294-D1ED6DB7B313}" type="pres">
      <dgm:prSet presAssocID="{983269BD-1C53-42D0-9052-A32A451465EE}" presName="sibTrans" presStyleCnt="0"/>
      <dgm:spPr/>
    </dgm:pt>
    <dgm:pt modelId="{3F5009C8-6B7C-8E4C-B79C-5E3834570ADD}" type="pres">
      <dgm:prSet presAssocID="{CDE501FB-3D6C-45AA-862E-D179946990F4}" presName="node" presStyleLbl="node1" presStyleIdx="3" presStyleCnt="6">
        <dgm:presLayoutVars>
          <dgm:bulletEnabled val="1"/>
        </dgm:presLayoutVars>
      </dgm:prSet>
      <dgm:spPr/>
    </dgm:pt>
    <dgm:pt modelId="{EBD96787-E3E3-CD4D-8E5E-137908898172}" type="pres">
      <dgm:prSet presAssocID="{E63E52D5-1CEA-4CA4-809C-99D5C541712C}" presName="sibTrans" presStyleCnt="0"/>
      <dgm:spPr/>
    </dgm:pt>
    <dgm:pt modelId="{F015E826-8DF3-6F43-9875-04C78D75D837}" type="pres">
      <dgm:prSet presAssocID="{E6BFB079-F027-4F0D-A50F-BDD1316D419D}" presName="node" presStyleLbl="node1" presStyleIdx="4" presStyleCnt="6">
        <dgm:presLayoutVars>
          <dgm:bulletEnabled val="1"/>
        </dgm:presLayoutVars>
      </dgm:prSet>
      <dgm:spPr/>
    </dgm:pt>
    <dgm:pt modelId="{3E8F1EE2-EA3D-554F-9962-B2924741B55D}" type="pres">
      <dgm:prSet presAssocID="{3A5F56A2-95FE-4B2A-B807-E41D0CED89AB}" presName="sibTrans" presStyleCnt="0"/>
      <dgm:spPr/>
    </dgm:pt>
    <dgm:pt modelId="{B80C4215-6603-4D4C-9529-FDDA5D3F4E72}" type="pres">
      <dgm:prSet presAssocID="{D53E9460-5BC2-4090-B297-3B8025C9DA80}" presName="node" presStyleLbl="node1" presStyleIdx="5" presStyleCnt="6">
        <dgm:presLayoutVars>
          <dgm:bulletEnabled val="1"/>
        </dgm:presLayoutVars>
      </dgm:prSet>
      <dgm:spPr/>
    </dgm:pt>
  </dgm:ptLst>
  <dgm:cxnLst>
    <dgm:cxn modelId="{C492FE17-EE18-5E44-BC6A-40BA8947EC10}" type="presOf" srcId="{CDE501FB-3D6C-45AA-862E-D179946990F4}" destId="{3F5009C8-6B7C-8E4C-B79C-5E3834570ADD}" srcOrd="0" destOrd="0" presId="urn:microsoft.com/office/officeart/2005/8/layout/default"/>
    <dgm:cxn modelId="{C4C13846-26DB-EC40-AC2F-62C468AC6C9C}" type="presOf" srcId="{D53E9460-5BC2-4090-B297-3B8025C9DA80}" destId="{B80C4215-6603-4D4C-9529-FDDA5D3F4E72}" srcOrd="0" destOrd="0" presId="urn:microsoft.com/office/officeart/2005/8/layout/default"/>
    <dgm:cxn modelId="{79B79649-9EC5-CC44-976F-A36402A6A45E}" type="presOf" srcId="{D0F43AAB-D4E3-4C33-A7FA-D6E73121DDC9}" destId="{A47AB606-D6B9-914D-8696-C5211DFDA363}" srcOrd="0" destOrd="0" presId="urn:microsoft.com/office/officeart/2005/8/layout/default"/>
    <dgm:cxn modelId="{008EFE4A-F017-294F-AC0F-DB4D54627475}" type="presOf" srcId="{1012A09C-66FD-47C7-85DC-F965F74B26CD}" destId="{D9F57B45-3A45-6C43-9C88-70C8EFB9E7F9}" srcOrd="0" destOrd="0" presId="urn:microsoft.com/office/officeart/2005/8/layout/default"/>
    <dgm:cxn modelId="{4DE3664C-62E9-4FC7-AF59-D8F9B56F3EBC}" srcId="{16B45BFB-233F-4CCD-A338-870CD5D382C3}" destId="{D53E9460-5BC2-4090-B297-3B8025C9DA80}" srcOrd="5" destOrd="0" parTransId="{3CB47236-7C76-4CCE-82B3-D85AE836417E}" sibTransId="{8ED53A17-0363-495F-B295-7CE2F02D6AF0}"/>
    <dgm:cxn modelId="{D7B7B75D-8B6A-41F9-B8D2-EAD7C5EC9A92}" srcId="{16B45BFB-233F-4CCD-A338-870CD5D382C3}" destId="{1012A09C-66FD-47C7-85DC-F965F74B26CD}" srcOrd="1" destOrd="0" parTransId="{EAB46008-6C00-44C5-B06F-72494D23CE8E}" sibTransId="{A960E33B-5446-4A3C-A558-4ADF329D8651}"/>
    <dgm:cxn modelId="{C8A74874-25B1-4A31-98D1-5555A02444BE}" srcId="{16B45BFB-233F-4CCD-A338-870CD5D382C3}" destId="{CDE501FB-3D6C-45AA-862E-D179946990F4}" srcOrd="3" destOrd="0" parTransId="{582C151D-057B-408E-953B-151350EF9A87}" sibTransId="{E63E52D5-1CEA-4CA4-809C-99D5C541712C}"/>
    <dgm:cxn modelId="{463F658D-F76F-6B4B-83C0-0A74A835F721}" type="presOf" srcId="{E6BFB079-F027-4F0D-A50F-BDD1316D419D}" destId="{F015E826-8DF3-6F43-9875-04C78D75D837}" srcOrd="0" destOrd="0" presId="urn:microsoft.com/office/officeart/2005/8/layout/default"/>
    <dgm:cxn modelId="{A1D7A98D-6338-443E-B1F0-967FC2369C84}" srcId="{16B45BFB-233F-4CCD-A338-870CD5D382C3}" destId="{657703EF-628F-4D60-B6CD-85EE33440D61}" srcOrd="2" destOrd="0" parTransId="{5DE11A9F-9F1F-4D8C-BEDB-0A4A23F68C1E}" sibTransId="{983269BD-1C53-42D0-9052-A32A451465EE}"/>
    <dgm:cxn modelId="{7A6F5097-1B25-4FA8-B33E-542BE654972E}" srcId="{16B45BFB-233F-4CCD-A338-870CD5D382C3}" destId="{E6BFB079-F027-4F0D-A50F-BDD1316D419D}" srcOrd="4" destOrd="0" parTransId="{2C2D5738-D536-4622-8DCC-4A2C5FB9EC60}" sibTransId="{3A5F56A2-95FE-4B2A-B807-E41D0CED89AB}"/>
    <dgm:cxn modelId="{4F4DECB5-9CD8-D24B-88E2-EDBCA144F167}" type="presOf" srcId="{657703EF-628F-4D60-B6CD-85EE33440D61}" destId="{27A2190C-83DE-1140-A7E3-942AAFEC95F4}" srcOrd="0" destOrd="0" presId="urn:microsoft.com/office/officeart/2005/8/layout/default"/>
    <dgm:cxn modelId="{4CF9E4CC-3F4C-2341-9974-51D62CB0BC49}" type="presOf" srcId="{16B45BFB-233F-4CCD-A338-870CD5D382C3}" destId="{1DD52145-24F6-A64C-BCE6-B55C1AC6B1CB}" srcOrd="0" destOrd="0" presId="urn:microsoft.com/office/officeart/2005/8/layout/default"/>
    <dgm:cxn modelId="{7CA9F1CD-5458-41C4-A58C-A0495AB7D17A}" srcId="{16B45BFB-233F-4CCD-A338-870CD5D382C3}" destId="{D0F43AAB-D4E3-4C33-A7FA-D6E73121DDC9}" srcOrd="0" destOrd="0" parTransId="{6DC59DB3-E72B-411C-8C2C-22951539C7A3}" sibTransId="{FE84C390-6E14-46D6-A99D-6D7C7A770208}"/>
    <dgm:cxn modelId="{D33AD00B-A8F2-5943-B070-8AA51AA68D86}" type="presParOf" srcId="{1DD52145-24F6-A64C-BCE6-B55C1AC6B1CB}" destId="{A47AB606-D6B9-914D-8696-C5211DFDA363}" srcOrd="0" destOrd="0" presId="urn:microsoft.com/office/officeart/2005/8/layout/default"/>
    <dgm:cxn modelId="{FCBBB38E-633D-5E4C-9859-0931BE45A213}" type="presParOf" srcId="{1DD52145-24F6-A64C-BCE6-B55C1AC6B1CB}" destId="{90F82F89-C0EF-8045-8A38-98BBB8BABC10}" srcOrd="1" destOrd="0" presId="urn:microsoft.com/office/officeart/2005/8/layout/default"/>
    <dgm:cxn modelId="{CA055861-3326-C649-B4EC-5C750872A257}" type="presParOf" srcId="{1DD52145-24F6-A64C-BCE6-B55C1AC6B1CB}" destId="{D9F57B45-3A45-6C43-9C88-70C8EFB9E7F9}" srcOrd="2" destOrd="0" presId="urn:microsoft.com/office/officeart/2005/8/layout/default"/>
    <dgm:cxn modelId="{C85E7AE4-4D51-3B4E-91B6-8C08BE4E7050}" type="presParOf" srcId="{1DD52145-24F6-A64C-BCE6-B55C1AC6B1CB}" destId="{AA9049A2-DBA7-9942-9B79-DC7EBFE0FB4F}" srcOrd="3" destOrd="0" presId="urn:microsoft.com/office/officeart/2005/8/layout/default"/>
    <dgm:cxn modelId="{63EEF685-FBD5-014C-A6F7-795D121C51B8}" type="presParOf" srcId="{1DD52145-24F6-A64C-BCE6-B55C1AC6B1CB}" destId="{27A2190C-83DE-1140-A7E3-942AAFEC95F4}" srcOrd="4" destOrd="0" presId="urn:microsoft.com/office/officeart/2005/8/layout/default"/>
    <dgm:cxn modelId="{4A07A432-13E5-504F-8D65-11A4445BD618}" type="presParOf" srcId="{1DD52145-24F6-A64C-BCE6-B55C1AC6B1CB}" destId="{B3B8ECF9-F6FC-954D-9294-D1ED6DB7B313}" srcOrd="5" destOrd="0" presId="urn:microsoft.com/office/officeart/2005/8/layout/default"/>
    <dgm:cxn modelId="{47F7546B-35D8-9E44-B6D3-F281D8BF8CDE}" type="presParOf" srcId="{1DD52145-24F6-A64C-BCE6-B55C1AC6B1CB}" destId="{3F5009C8-6B7C-8E4C-B79C-5E3834570ADD}" srcOrd="6" destOrd="0" presId="urn:microsoft.com/office/officeart/2005/8/layout/default"/>
    <dgm:cxn modelId="{6025598F-9B69-3E4B-B088-A3F8E5C7C0C5}" type="presParOf" srcId="{1DD52145-24F6-A64C-BCE6-B55C1AC6B1CB}" destId="{EBD96787-E3E3-CD4D-8E5E-137908898172}" srcOrd="7" destOrd="0" presId="urn:microsoft.com/office/officeart/2005/8/layout/default"/>
    <dgm:cxn modelId="{C2EDD36A-B516-6140-847A-4FA1E8F52880}" type="presParOf" srcId="{1DD52145-24F6-A64C-BCE6-B55C1AC6B1CB}" destId="{F015E826-8DF3-6F43-9875-04C78D75D837}" srcOrd="8" destOrd="0" presId="urn:microsoft.com/office/officeart/2005/8/layout/default"/>
    <dgm:cxn modelId="{CE94656C-A90E-2A48-A57E-90D17E0EEE23}" type="presParOf" srcId="{1DD52145-24F6-A64C-BCE6-B55C1AC6B1CB}" destId="{3E8F1EE2-EA3D-554F-9962-B2924741B55D}" srcOrd="9" destOrd="0" presId="urn:microsoft.com/office/officeart/2005/8/layout/default"/>
    <dgm:cxn modelId="{25284429-59DC-8B4C-B2A5-4C91E4794A9F}" type="presParOf" srcId="{1DD52145-24F6-A64C-BCE6-B55C1AC6B1CB}" destId="{B80C4215-6603-4D4C-9529-FDDA5D3F4E72}"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217B21-3522-4D15-8252-64C9B18B83C2}">
      <dsp:nvSpPr>
        <dsp:cNvPr id="0" name=""/>
        <dsp:cNvSpPr/>
      </dsp:nvSpPr>
      <dsp:spPr>
        <a:xfrm>
          <a:off x="944489" y="3142"/>
          <a:ext cx="843873" cy="843873"/>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CE2F2E-013E-411F-9023-BFA25D2910D0}">
      <dsp:nvSpPr>
        <dsp:cNvPr id="0" name=""/>
        <dsp:cNvSpPr/>
      </dsp:nvSpPr>
      <dsp:spPr>
        <a:xfrm>
          <a:off x="1124331" y="182984"/>
          <a:ext cx="484189" cy="4841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5EE2855-439D-4877-9BC2-8E000BD5BDFE}">
      <dsp:nvSpPr>
        <dsp:cNvPr id="0" name=""/>
        <dsp:cNvSpPr/>
      </dsp:nvSpPr>
      <dsp:spPr>
        <a:xfrm>
          <a:off x="674727" y="1109861"/>
          <a:ext cx="1383398" cy="553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Planning – User stories + goals</a:t>
          </a:r>
        </a:p>
      </dsp:txBody>
      <dsp:txXfrm>
        <a:off x="674727" y="1109861"/>
        <a:ext cx="1383398" cy="553359"/>
      </dsp:txXfrm>
    </dsp:sp>
    <dsp:sp modelId="{197E7145-B57A-487E-AECD-9879784838CD}">
      <dsp:nvSpPr>
        <dsp:cNvPr id="0" name=""/>
        <dsp:cNvSpPr/>
      </dsp:nvSpPr>
      <dsp:spPr>
        <a:xfrm>
          <a:off x="2569983" y="3142"/>
          <a:ext cx="843873" cy="843873"/>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1DF973-9525-464B-BE56-535138D6C0EA}">
      <dsp:nvSpPr>
        <dsp:cNvPr id="0" name=""/>
        <dsp:cNvSpPr/>
      </dsp:nvSpPr>
      <dsp:spPr>
        <a:xfrm>
          <a:off x="2749824" y="182984"/>
          <a:ext cx="484189" cy="4841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B3C2199-301B-4575-B4E4-1BF7D8E992C4}">
      <dsp:nvSpPr>
        <dsp:cNvPr id="0" name=""/>
        <dsp:cNvSpPr/>
      </dsp:nvSpPr>
      <dsp:spPr>
        <a:xfrm>
          <a:off x="2300220" y="1109861"/>
          <a:ext cx="1383398" cy="553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Design – Lightweight, user‑focused</a:t>
          </a:r>
        </a:p>
      </dsp:txBody>
      <dsp:txXfrm>
        <a:off x="2300220" y="1109861"/>
        <a:ext cx="1383398" cy="553359"/>
      </dsp:txXfrm>
    </dsp:sp>
    <dsp:sp modelId="{51D090ED-2F7F-4E1B-8DD8-4919CADEF8BB}">
      <dsp:nvSpPr>
        <dsp:cNvPr id="0" name=""/>
        <dsp:cNvSpPr/>
      </dsp:nvSpPr>
      <dsp:spPr>
        <a:xfrm>
          <a:off x="944489" y="2009070"/>
          <a:ext cx="843873" cy="843873"/>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744AF4-2A8B-4EB8-B578-034E84C52B42}">
      <dsp:nvSpPr>
        <dsp:cNvPr id="0" name=""/>
        <dsp:cNvSpPr/>
      </dsp:nvSpPr>
      <dsp:spPr>
        <a:xfrm>
          <a:off x="1124331" y="2188912"/>
          <a:ext cx="484189" cy="48418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D4359AE-60FF-46CF-80E1-FAEB44F907C4}">
      <dsp:nvSpPr>
        <dsp:cNvPr id="0" name=""/>
        <dsp:cNvSpPr/>
      </dsp:nvSpPr>
      <dsp:spPr>
        <a:xfrm>
          <a:off x="674727" y="3115789"/>
          <a:ext cx="1383398" cy="553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Development – Small iterative increments</a:t>
          </a:r>
        </a:p>
      </dsp:txBody>
      <dsp:txXfrm>
        <a:off x="674727" y="3115789"/>
        <a:ext cx="1383398" cy="553359"/>
      </dsp:txXfrm>
    </dsp:sp>
    <dsp:sp modelId="{A9D8ADD5-897E-4F14-A2EB-DA633E65DE1A}">
      <dsp:nvSpPr>
        <dsp:cNvPr id="0" name=""/>
        <dsp:cNvSpPr/>
      </dsp:nvSpPr>
      <dsp:spPr>
        <a:xfrm>
          <a:off x="2569983" y="2009070"/>
          <a:ext cx="843873" cy="843873"/>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E3F88A-7C43-44C0-8BF2-C3A0E4E259D4}">
      <dsp:nvSpPr>
        <dsp:cNvPr id="0" name=""/>
        <dsp:cNvSpPr/>
      </dsp:nvSpPr>
      <dsp:spPr>
        <a:xfrm>
          <a:off x="2749824" y="2188912"/>
          <a:ext cx="484189" cy="48418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6A0452D-7BCE-44DF-AB27-ECB345998C99}">
      <dsp:nvSpPr>
        <dsp:cNvPr id="0" name=""/>
        <dsp:cNvSpPr/>
      </dsp:nvSpPr>
      <dsp:spPr>
        <a:xfrm>
          <a:off x="2300220" y="3115789"/>
          <a:ext cx="1383398" cy="553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Testing – Continuous every sprint</a:t>
          </a:r>
        </a:p>
      </dsp:txBody>
      <dsp:txXfrm>
        <a:off x="2300220" y="3115789"/>
        <a:ext cx="1383398" cy="553359"/>
      </dsp:txXfrm>
    </dsp:sp>
    <dsp:sp modelId="{09FEB43C-0D67-4F41-8AB7-44BC28931ED7}">
      <dsp:nvSpPr>
        <dsp:cNvPr id="0" name=""/>
        <dsp:cNvSpPr/>
      </dsp:nvSpPr>
      <dsp:spPr>
        <a:xfrm>
          <a:off x="944489" y="4014998"/>
          <a:ext cx="843873" cy="843873"/>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757E9A-CF05-4618-87AA-116A15FC7B96}">
      <dsp:nvSpPr>
        <dsp:cNvPr id="0" name=""/>
        <dsp:cNvSpPr/>
      </dsp:nvSpPr>
      <dsp:spPr>
        <a:xfrm>
          <a:off x="1124331" y="4194839"/>
          <a:ext cx="484189" cy="48418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612A32D-92C7-4332-96CA-83920F624B37}">
      <dsp:nvSpPr>
        <dsp:cNvPr id="0" name=""/>
        <dsp:cNvSpPr/>
      </dsp:nvSpPr>
      <dsp:spPr>
        <a:xfrm>
          <a:off x="674727" y="5121716"/>
          <a:ext cx="1383398" cy="553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Review – Stakeholder feedback</a:t>
          </a:r>
        </a:p>
      </dsp:txBody>
      <dsp:txXfrm>
        <a:off x="674727" y="5121716"/>
        <a:ext cx="1383398" cy="553359"/>
      </dsp:txXfrm>
    </dsp:sp>
    <dsp:sp modelId="{173009C5-0916-41BE-9804-32D7D97691E3}">
      <dsp:nvSpPr>
        <dsp:cNvPr id="0" name=""/>
        <dsp:cNvSpPr/>
      </dsp:nvSpPr>
      <dsp:spPr>
        <a:xfrm>
          <a:off x="2569983" y="4014998"/>
          <a:ext cx="843873" cy="843873"/>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C1738C-B054-4E35-B6FD-9CD5E26E5CBC}">
      <dsp:nvSpPr>
        <dsp:cNvPr id="0" name=""/>
        <dsp:cNvSpPr/>
      </dsp:nvSpPr>
      <dsp:spPr>
        <a:xfrm>
          <a:off x="2749824" y="4194839"/>
          <a:ext cx="484189" cy="48418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7D0815E-39C0-454A-BFF4-29491AD0D7EB}">
      <dsp:nvSpPr>
        <dsp:cNvPr id="0" name=""/>
        <dsp:cNvSpPr/>
      </dsp:nvSpPr>
      <dsp:spPr>
        <a:xfrm>
          <a:off x="2300220" y="5121716"/>
          <a:ext cx="1383398" cy="553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Retrospective – Team improvement</a:t>
          </a:r>
        </a:p>
      </dsp:txBody>
      <dsp:txXfrm>
        <a:off x="2300220" y="5121716"/>
        <a:ext cx="1383398" cy="5533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E5DE80-2B0C-4740-987D-4DBAD20E3EF3}">
      <dsp:nvSpPr>
        <dsp:cNvPr id="0" name=""/>
        <dsp:cNvSpPr/>
      </dsp:nvSpPr>
      <dsp:spPr>
        <a:xfrm>
          <a:off x="0" y="71069"/>
          <a:ext cx="4358346" cy="131274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Linear, step‑by‑step approach</a:t>
          </a:r>
        </a:p>
      </dsp:txBody>
      <dsp:txXfrm>
        <a:off x="64083" y="135152"/>
        <a:ext cx="4230180" cy="1184574"/>
      </dsp:txXfrm>
    </dsp:sp>
    <dsp:sp modelId="{8B9C998C-F690-0C44-8DF1-1B3843EBFD18}">
      <dsp:nvSpPr>
        <dsp:cNvPr id="0" name=""/>
        <dsp:cNvSpPr/>
      </dsp:nvSpPr>
      <dsp:spPr>
        <a:xfrm>
          <a:off x="0" y="1478849"/>
          <a:ext cx="4358346" cy="1312740"/>
        </a:xfrm>
        <a:prstGeom prst="roundRect">
          <a:avLst/>
        </a:prstGeom>
        <a:solidFill>
          <a:schemeClr val="accent5">
            <a:hueOff val="-3311292"/>
            <a:satOff val="13270"/>
            <a:lumOff val="2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Requires full requirements upfront</a:t>
          </a:r>
        </a:p>
      </dsp:txBody>
      <dsp:txXfrm>
        <a:off x="64083" y="1542932"/>
        <a:ext cx="4230180" cy="1184574"/>
      </dsp:txXfrm>
    </dsp:sp>
    <dsp:sp modelId="{735A15BD-DC17-DB44-B0C6-103833CD629D}">
      <dsp:nvSpPr>
        <dsp:cNvPr id="0" name=""/>
        <dsp:cNvSpPr/>
      </dsp:nvSpPr>
      <dsp:spPr>
        <a:xfrm>
          <a:off x="0" y="2886629"/>
          <a:ext cx="4358346" cy="1312740"/>
        </a:xfrm>
        <a:prstGeom prst="roundRect">
          <a:avLst/>
        </a:prstGeom>
        <a:solidFill>
          <a:schemeClr val="accent5">
            <a:hueOff val="-6622584"/>
            <a:satOff val="26541"/>
            <a:lumOff val="5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Hard to change direction midway</a:t>
          </a:r>
        </a:p>
      </dsp:txBody>
      <dsp:txXfrm>
        <a:off x="64083" y="2950712"/>
        <a:ext cx="4230180" cy="1184574"/>
      </dsp:txXfrm>
    </dsp:sp>
    <dsp:sp modelId="{419692D0-8BCF-AA4D-A11D-3305D5AF9732}">
      <dsp:nvSpPr>
        <dsp:cNvPr id="0" name=""/>
        <dsp:cNvSpPr/>
      </dsp:nvSpPr>
      <dsp:spPr>
        <a:xfrm>
          <a:off x="0" y="4294409"/>
          <a:ext cx="4358346" cy="131274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Testing occurs at the end</a:t>
          </a:r>
        </a:p>
      </dsp:txBody>
      <dsp:txXfrm>
        <a:off x="64083" y="4358492"/>
        <a:ext cx="4230180" cy="11845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7AB606-D6B9-914D-8696-C5211DFDA363}">
      <dsp:nvSpPr>
        <dsp:cNvPr id="0" name=""/>
        <dsp:cNvSpPr/>
      </dsp:nvSpPr>
      <dsp:spPr>
        <a:xfrm>
          <a:off x="0" y="431616"/>
          <a:ext cx="2561209" cy="1536725"/>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If requirements change:</a:t>
          </a:r>
        </a:p>
      </dsp:txBody>
      <dsp:txXfrm>
        <a:off x="0" y="431616"/>
        <a:ext cx="2561209" cy="1536725"/>
      </dsp:txXfrm>
    </dsp:sp>
    <dsp:sp modelId="{D9F57B45-3A45-6C43-9C88-70C8EFB9E7F9}">
      <dsp:nvSpPr>
        <dsp:cNvPr id="0" name=""/>
        <dsp:cNvSpPr/>
      </dsp:nvSpPr>
      <dsp:spPr>
        <a:xfrm>
          <a:off x="2817330" y="431616"/>
          <a:ext cx="2561209" cy="1536725"/>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b="1" kern="1200" dirty="0"/>
            <a:t>Waterfall: </a:t>
          </a:r>
          <a:r>
            <a:rPr lang="en-US" sz="3000" kern="1200" dirty="0"/>
            <a:t>Delays + rework</a:t>
          </a:r>
        </a:p>
      </dsp:txBody>
      <dsp:txXfrm>
        <a:off x="2817330" y="431616"/>
        <a:ext cx="2561209" cy="1536725"/>
      </dsp:txXfrm>
    </dsp:sp>
    <dsp:sp modelId="{27A2190C-83DE-1140-A7E3-942AAFEC95F4}">
      <dsp:nvSpPr>
        <dsp:cNvPr id="0" name=""/>
        <dsp:cNvSpPr/>
      </dsp:nvSpPr>
      <dsp:spPr>
        <a:xfrm>
          <a:off x="5634661" y="431616"/>
          <a:ext cx="2561209" cy="1536725"/>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b="1" kern="1200" dirty="0"/>
            <a:t>Agile: </a:t>
          </a:r>
          <a:r>
            <a:rPr lang="en-US" sz="3000" kern="1200" dirty="0"/>
            <a:t>Update backlog, adjust next sprint</a:t>
          </a:r>
        </a:p>
      </dsp:txBody>
      <dsp:txXfrm>
        <a:off x="5634661" y="431616"/>
        <a:ext cx="2561209" cy="1536725"/>
      </dsp:txXfrm>
    </dsp:sp>
    <dsp:sp modelId="{3F5009C8-6B7C-8E4C-B79C-5E3834570ADD}">
      <dsp:nvSpPr>
        <dsp:cNvPr id="0" name=""/>
        <dsp:cNvSpPr/>
      </dsp:nvSpPr>
      <dsp:spPr>
        <a:xfrm>
          <a:off x="0" y="2224462"/>
          <a:ext cx="2561209" cy="1536725"/>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If feedback comes late:</a:t>
          </a:r>
        </a:p>
      </dsp:txBody>
      <dsp:txXfrm>
        <a:off x="0" y="2224462"/>
        <a:ext cx="2561209" cy="1536725"/>
      </dsp:txXfrm>
    </dsp:sp>
    <dsp:sp modelId="{F015E826-8DF3-6F43-9875-04C78D75D837}">
      <dsp:nvSpPr>
        <dsp:cNvPr id="0" name=""/>
        <dsp:cNvSpPr/>
      </dsp:nvSpPr>
      <dsp:spPr>
        <a:xfrm>
          <a:off x="2817330" y="2224462"/>
          <a:ext cx="2561209" cy="1536725"/>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b="1" kern="1200" dirty="0"/>
            <a:t>Waterfall: </a:t>
          </a:r>
          <a:r>
            <a:rPr lang="en-US" sz="3000" kern="1200" dirty="0"/>
            <a:t>Harder to fix</a:t>
          </a:r>
        </a:p>
      </dsp:txBody>
      <dsp:txXfrm>
        <a:off x="2817330" y="2224462"/>
        <a:ext cx="2561209" cy="1536725"/>
      </dsp:txXfrm>
    </dsp:sp>
    <dsp:sp modelId="{B80C4215-6603-4D4C-9529-FDDA5D3F4E72}">
      <dsp:nvSpPr>
        <dsp:cNvPr id="0" name=""/>
        <dsp:cNvSpPr/>
      </dsp:nvSpPr>
      <dsp:spPr>
        <a:xfrm>
          <a:off x="5634661" y="2224462"/>
          <a:ext cx="2561209" cy="1536725"/>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b="1" kern="1200" dirty="0"/>
            <a:t>Agile: </a:t>
          </a:r>
          <a:r>
            <a:rPr lang="en-US" sz="3000" kern="1200" dirty="0"/>
            <a:t>Reviewed every sprint</a:t>
          </a:r>
        </a:p>
      </dsp:txBody>
      <dsp:txXfrm>
        <a:off x="5634661" y="2224462"/>
        <a:ext cx="2561209" cy="1536725"/>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0E8CBB-44EC-C348-8BC6-BC4417977EF4}" type="datetimeFigureOut">
              <a:rPr lang="en-US" smtClean="0"/>
              <a:t>2/21/26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341EB4-7DA0-6049-BB68-AC01CD0E4DAE}" type="slidenum">
              <a:rPr lang="en-US" smtClean="0"/>
              <a:t>‹#›</a:t>
            </a:fld>
            <a:endParaRPr lang="en-US"/>
          </a:p>
        </p:txBody>
      </p:sp>
    </p:spTree>
    <p:extLst>
      <p:ext uri="{BB962C8B-B14F-4D97-AF65-F5344CB8AC3E}">
        <p14:creationId xmlns:p14="http://schemas.microsoft.com/office/powerpoint/2010/main" val="2751014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walks through how Scrum-Agile works, how it compares to Waterfall, and why Agile made more sense for the SNHU Travel project we worked on in this course. </a:t>
            </a:r>
          </a:p>
        </p:txBody>
      </p:sp>
      <p:sp>
        <p:nvSpPr>
          <p:cNvPr id="4" name="Slide Number Placeholder 3"/>
          <p:cNvSpPr>
            <a:spLocks noGrp="1"/>
          </p:cNvSpPr>
          <p:nvPr>
            <p:ph type="sldNum" sz="quarter" idx="5"/>
          </p:nvPr>
        </p:nvSpPr>
        <p:spPr/>
        <p:txBody>
          <a:bodyPr/>
          <a:lstStyle/>
          <a:p>
            <a:fld id="{72341EB4-7DA0-6049-BB68-AC01CD0E4DAE}" type="slidenum">
              <a:rPr lang="en-US" smtClean="0"/>
              <a:t>1</a:t>
            </a:fld>
            <a:endParaRPr lang="en-US"/>
          </a:p>
        </p:txBody>
      </p:sp>
    </p:spTree>
    <p:extLst>
      <p:ext uri="{BB962C8B-B14F-4D97-AF65-F5344CB8AC3E}">
        <p14:creationId xmlns:p14="http://schemas.microsoft.com/office/powerpoint/2010/main" val="2999418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Agile, every role matters for different reasons. The Product Owner is really the person guiding the “why”, they know what the user needs and help the team stay focused on the right things.</a:t>
            </a:r>
            <a:br>
              <a:rPr lang="en-US" dirty="0"/>
            </a:br>
            <a:r>
              <a:rPr lang="en-US" dirty="0"/>
              <a:t>The Scrum Master is more like the team’s support system. They help remove obstacles and make sure everyone isn’t drowning or getting stuck.</a:t>
            </a:r>
            <a:br>
              <a:rPr lang="en-US" dirty="0"/>
            </a:br>
            <a:r>
              <a:rPr lang="en-US" dirty="0"/>
              <a:t>The development team is the group actually doing the work each sprint. They collaborate, they communicate, and they build the product piece by piece and when all three roles stay aligned, the project runs way smoother. </a:t>
            </a:r>
            <a:r>
              <a:rPr lang="en-US" dirty="0" err="1"/>
              <a:t>Scrum.org</a:t>
            </a:r>
            <a:r>
              <a:rPr lang="en-US" dirty="0"/>
              <a:t> (2020); Atlassian (n.d.)</a:t>
            </a:r>
          </a:p>
        </p:txBody>
      </p:sp>
      <p:sp>
        <p:nvSpPr>
          <p:cNvPr id="4" name="Slide Number Placeholder 3"/>
          <p:cNvSpPr>
            <a:spLocks noGrp="1"/>
          </p:cNvSpPr>
          <p:nvPr>
            <p:ph type="sldNum" sz="quarter" idx="5"/>
          </p:nvPr>
        </p:nvSpPr>
        <p:spPr/>
        <p:txBody>
          <a:bodyPr/>
          <a:lstStyle/>
          <a:p>
            <a:fld id="{72341EB4-7DA0-6049-BB68-AC01CD0E4DAE}" type="slidenum">
              <a:rPr lang="en-US" smtClean="0"/>
              <a:t>2</a:t>
            </a:fld>
            <a:endParaRPr lang="en-US"/>
          </a:p>
        </p:txBody>
      </p:sp>
    </p:spTree>
    <p:extLst>
      <p:ext uri="{BB962C8B-B14F-4D97-AF65-F5344CB8AC3E}">
        <p14:creationId xmlns:p14="http://schemas.microsoft.com/office/powerpoint/2010/main" val="479229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still uses the SDLC, it just doesn’t do everything in one giant block like Waterfall. Instead, everything repeats in smaller cycles. We plan, design, build, test, and get feedback every sprint. That’s what makes Agile feel more flexible. In the coursework, this made a lot of sense because things changed every week, doing everything in small steps was more beneficial than trying to finalize everything upfront. Agile Alliance (2024); Atlassian (n.d.)</a:t>
            </a:r>
          </a:p>
        </p:txBody>
      </p:sp>
      <p:sp>
        <p:nvSpPr>
          <p:cNvPr id="4" name="Slide Number Placeholder 3"/>
          <p:cNvSpPr>
            <a:spLocks noGrp="1"/>
          </p:cNvSpPr>
          <p:nvPr>
            <p:ph type="sldNum" sz="quarter" idx="5"/>
          </p:nvPr>
        </p:nvSpPr>
        <p:spPr/>
        <p:txBody>
          <a:bodyPr/>
          <a:lstStyle/>
          <a:p>
            <a:fld id="{72341EB4-7DA0-6049-BB68-AC01CD0E4DAE}" type="slidenum">
              <a:rPr lang="en-US" smtClean="0"/>
              <a:t>3</a:t>
            </a:fld>
            <a:endParaRPr lang="en-US"/>
          </a:p>
        </p:txBody>
      </p:sp>
    </p:spTree>
    <p:extLst>
      <p:ext uri="{BB962C8B-B14F-4D97-AF65-F5344CB8AC3E}">
        <p14:creationId xmlns:p14="http://schemas.microsoft.com/office/powerpoint/2010/main" val="1887699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Waterfall is super structured and very step-by-step. You have to get everything perfect up front before anything else starts. The problem is that once you start building, changing anything becomes a whole situation. Testing doesn’t happen until the end, so if something’s wrong, you find out at the end of the project.</a:t>
            </a:r>
            <a:br>
              <a:rPr lang="en-US" dirty="0"/>
            </a:br>
            <a:r>
              <a:rPr lang="en-US" dirty="0"/>
              <a:t>In a project where things are always shifting this would’ve been a nightmare. IBM (n.d.); Atlassian (n.d.)</a:t>
            </a:r>
          </a:p>
        </p:txBody>
      </p:sp>
      <p:sp>
        <p:nvSpPr>
          <p:cNvPr id="4" name="Slide Number Placeholder 3"/>
          <p:cNvSpPr>
            <a:spLocks noGrp="1"/>
          </p:cNvSpPr>
          <p:nvPr>
            <p:ph type="sldNum" sz="quarter" idx="5"/>
          </p:nvPr>
        </p:nvSpPr>
        <p:spPr/>
        <p:txBody>
          <a:bodyPr/>
          <a:lstStyle/>
          <a:p>
            <a:fld id="{72341EB4-7DA0-6049-BB68-AC01CD0E4DAE}" type="slidenum">
              <a:rPr lang="en-US" smtClean="0"/>
              <a:t>4</a:t>
            </a:fld>
            <a:endParaRPr lang="en-US"/>
          </a:p>
        </p:txBody>
      </p:sp>
    </p:spTree>
    <p:extLst>
      <p:ext uri="{BB962C8B-B14F-4D97-AF65-F5344CB8AC3E}">
        <p14:creationId xmlns:p14="http://schemas.microsoft.com/office/powerpoint/2010/main" val="4289921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each approach handles surprises.</a:t>
            </a:r>
            <a:br>
              <a:rPr lang="en-US" dirty="0"/>
            </a:br>
            <a:r>
              <a:rPr lang="en-US" dirty="0"/>
              <a:t>If requirements change (which they always do) Waterfall gets messy because you have to redo a bunch of the work you’ve completed. Agile on the other hand just adjusts. You can update the backlog and keep going next sprint. Same thing with feedback, Waterfall doesn’t take feedback until the end, but Agile builds it in constantly.</a:t>
            </a:r>
            <a:br>
              <a:rPr lang="en-US" dirty="0"/>
            </a:br>
            <a:r>
              <a:rPr lang="en-US" dirty="0"/>
              <a:t>That’s why Agile is easier when you don’t know every detail upfront. Agile Alliance (2024)</a:t>
            </a:r>
          </a:p>
        </p:txBody>
      </p:sp>
      <p:sp>
        <p:nvSpPr>
          <p:cNvPr id="4" name="Slide Number Placeholder 3"/>
          <p:cNvSpPr>
            <a:spLocks noGrp="1"/>
          </p:cNvSpPr>
          <p:nvPr>
            <p:ph type="sldNum" sz="quarter" idx="5"/>
          </p:nvPr>
        </p:nvSpPr>
        <p:spPr/>
        <p:txBody>
          <a:bodyPr/>
          <a:lstStyle/>
          <a:p>
            <a:fld id="{72341EB4-7DA0-6049-BB68-AC01CD0E4DAE}" type="slidenum">
              <a:rPr lang="en-US" smtClean="0"/>
              <a:t>5</a:t>
            </a:fld>
            <a:endParaRPr lang="en-US"/>
          </a:p>
        </p:txBody>
      </p:sp>
    </p:spTree>
    <p:extLst>
      <p:ext uri="{BB962C8B-B14F-4D97-AF65-F5344CB8AC3E}">
        <p14:creationId xmlns:p14="http://schemas.microsoft.com/office/powerpoint/2010/main" val="20127158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between Waterfall and Agile really comes down to how much change you expect. Agile is better when things evolve, when you need steady feedback, or when you want to deliver in smaller pieces. Waterfall is okay when everything is predictable and locked in. From the SNHU Travel coursework, Agile made way more sense because nothing stayed the same week to week. We had new instructions constantly, and Agile handled that flow better, Waterfall would’ve been way too rigid. IBM (n.d.)</a:t>
            </a:r>
          </a:p>
        </p:txBody>
      </p:sp>
      <p:sp>
        <p:nvSpPr>
          <p:cNvPr id="4" name="Slide Number Placeholder 3"/>
          <p:cNvSpPr>
            <a:spLocks noGrp="1"/>
          </p:cNvSpPr>
          <p:nvPr>
            <p:ph type="sldNum" sz="quarter" idx="5"/>
          </p:nvPr>
        </p:nvSpPr>
        <p:spPr/>
        <p:txBody>
          <a:bodyPr/>
          <a:lstStyle/>
          <a:p>
            <a:fld id="{72341EB4-7DA0-6049-BB68-AC01CD0E4DAE}" type="slidenum">
              <a:rPr lang="en-US" smtClean="0"/>
              <a:t>6</a:t>
            </a:fld>
            <a:endParaRPr lang="en-US"/>
          </a:p>
        </p:txBody>
      </p:sp>
    </p:spTree>
    <p:extLst>
      <p:ext uri="{BB962C8B-B14F-4D97-AF65-F5344CB8AC3E}">
        <p14:creationId xmlns:p14="http://schemas.microsoft.com/office/powerpoint/2010/main" val="4056729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341EB4-7DA0-6049-BB68-AC01CD0E4DAE}" type="slidenum">
              <a:rPr lang="en-US" smtClean="0"/>
              <a:t>7</a:t>
            </a:fld>
            <a:endParaRPr lang="en-US"/>
          </a:p>
        </p:txBody>
      </p:sp>
    </p:spTree>
    <p:extLst>
      <p:ext uri="{BB962C8B-B14F-4D97-AF65-F5344CB8AC3E}">
        <p14:creationId xmlns:p14="http://schemas.microsoft.com/office/powerpoint/2010/main" val="1559056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atlassian.com/agile" TargetMode="External"/><Relationship Id="rId7" Type="http://schemas.openxmlformats.org/officeDocument/2006/relationships/hyperlink" Target="https://www.ibm.com/think/topics/agile-vs-waterfal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www.scrumguides.org/" TargetMode="External"/><Relationship Id="rId5" Type="http://schemas.openxmlformats.org/officeDocument/2006/relationships/hyperlink" Target="https://agilealliance.org/agile101/" TargetMode="External"/><Relationship Id="rId4" Type="http://schemas.openxmlformats.org/officeDocument/2006/relationships/hyperlink" Target="https://www.atlassian.com/agile/scru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Waterfalls on a lake">
            <a:extLst>
              <a:ext uri="{FF2B5EF4-FFF2-40B4-BE49-F238E27FC236}">
                <a16:creationId xmlns:a16="http://schemas.microsoft.com/office/drawing/2014/main" id="{01BA2B41-3CD4-9F01-4845-C71F8B6F7A5C}"/>
              </a:ext>
            </a:extLst>
          </p:cNvPr>
          <p:cNvPicPr>
            <a:picLocks noChangeAspect="1"/>
          </p:cNvPicPr>
          <p:nvPr/>
        </p:nvPicPr>
        <p:blipFill>
          <a:blip r:embed="rId3"/>
          <a:srcRect l="11229" r="1357" b="1"/>
          <a:stretch>
            <a:fillRect/>
          </a:stretch>
        </p:blipFill>
        <p:spPr>
          <a:xfrm>
            <a:off x="-2585" y="-1"/>
            <a:ext cx="9146585" cy="6879745"/>
          </a:xfrm>
          <a:prstGeom prst="rect">
            <a:avLst/>
          </a:prstGeom>
        </p:spPr>
      </p:pic>
      <p:sp>
        <p:nvSpPr>
          <p:cNvPr id="16" name="Rectangle 15">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064451" y="791834"/>
            <a:ext cx="3020876" cy="9154947"/>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6567EA8-C72D-4B9B-D23F-6B2E9F9C9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584" y="0"/>
            <a:ext cx="2132551" cy="6879745"/>
          </a:xfrm>
          <a:prstGeom prst="rect">
            <a:avLst/>
          </a:prstGeom>
          <a:gradFill flip="none" rotWithShape="1">
            <a:gsLst>
              <a:gs pos="5000">
                <a:schemeClr val="accent2"/>
              </a:gs>
              <a:gs pos="49000">
                <a:schemeClr val="accent5">
                  <a:lumMod val="60000"/>
                  <a:lumOff val="40000"/>
                  <a:alpha val="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EFBFA78-9360-1E01-5448-6D5AE0A32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779028" y="21736"/>
            <a:ext cx="2364646" cy="6858008"/>
          </a:xfrm>
          <a:prstGeom prst="rect">
            <a:avLst/>
          </a:prstGeom>
          <a:gradFill flip="none" rotWithShape="1">
            <a:gsLst>
              <a:gs pos="5000">
                <a:schemeClr val="accent5">
                  <a:alpha val="48000"/>
                </a:schemeClr>
              </a:gs>
              <a:gs pos="42000">
                <a:schemeClr val="accent5">
                  <a:alpha val="0"/>
                </a:schemeClr>
              </a:gs>
            </a:gsLst>
            <a:lin ang="1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740453C-744F-DB3A-47EC-15EACE1DC1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585" y="5288433"/>
            <a:ext cx="9149779" cy="1591311"/>
          </a:xfrm>
          <a:prstGeom prst="rect">
            <a:avLst/>
          </a:prstGeom>
          <a:gradFill flip="none" rotWithShape="1">
            <a:gsLst>
              <a:gs pos="0">
                <a:schemeClr val="accent2"/>
              </a:gs>
              <a:gs pos="49000">
                <a:schemeClr val="accent2">
                  <a:alpha val="0"/>
                </a:schemeClr>
              </a:gs>
            </a:gsLst>
            <a:lin ang="588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4" name="Rectangle 23">
            <a:extLst>
              <a:ext uri="{FF2B5EF4-FFF2-40B4-BE49-F238E27FC236}">
                <a16:creationId xmlns:a16="http://schemas.microsoft.com/office/drawing/2014/main" id="{B6924B03-77BD-EAE3-2854-43363FF8E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5100" y="2905286"/>
            <a:ext cx="3866773" cy="4082144"/>
          </a:xfrm>
          <a:prstGeom prst="rect">
            <a:avLst/>
          </a:prstGeom>
          <a:gradFill flip="none" rotWithShape="1">
            <a:gsLst>
              <a:gs pos="0">
                <a:schemeClr val="accent5"/>
              </a:gs>
              <a:gs pos="54000">
                <a:schemeClr val="accent5">
                  <a:lumMod val="60000"/>
                  <a:lumOff val="4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4271" y="4121944"/>
            <a:ext cx="5945838" cy="1620665"/>
          </a:xfrm>
        </p:spPr>
        <p:txBody>
          <a:bodyPr vert="horz" lIns="91440" tIns="45720" rIns="91440" bIns="45720" rtlCol="0" anchor="b">
            <a:normAutofit/>
          </a:bodyPr>
          <a:lstStyle/>
          <a:p>
            <a:pPr algn="l" defTabSz="914400">
              <a:lnSpc>
                <a:spcPct val="90000"/>
              </a:lnSpc>
            </a:pPr>
            <a:r>
              <a:rPr lang="en-US" sz="3500">
                <a:solidFill>
                  <a:srgbClr val="FFFFFF"/>
                </a:solidFill>
              </a:rPr>
              <a:t>Scrum-Agile vs. Waterfall: Understanding the Approach for SNHU Travel</a:t>
            </a:r>
          </a:p>
        </p:txBody>
      </p:sp>
      <p:sp>
        <p:nvSpPr>
          <p:cNvPr id="3" name="Content Placeholder 2"/>
          <p:cNvSpPr>
            <a:spLocks noGrp="1"/>
          </p:cNvSpPr>
          <p:nvPr>
            <p:ph idx="1"/>
          </p:nvPr>
        </p:nvSpPr>
        <p:spPr>
          <a:xfrm>
            <a:off x="644271" y="5737867"/>
            <a:ext cx="5956785" cy="618479"/>
          </a:xfrm>
        </p:spPr>
        <p:txBody>
          <a:bodyPr vert="horz" lIns="91440" tIns="45720" rIns="91440" bIns="45720" rtlCol="0">
            <a:normAutofit/>
          </a:bodyPr>
          <a:lstStyle/>
          <a:p>
            <a:pPr marL="0" indent="0" defTabSz="914400">
              <a:lnSpc>
                <a:spcPct val="90000"/>
              </a:lnSpc>
              <a:spcBef>
                <a:spcPts val="1000"/>
              </a:spcBef>
              <a:buNone/>
            </a:pPr>
            <a:r>
              <a:rPr lang="en-US" sz="1700">
                <a:solidFill>
                  <a:srgbClr val="FFFFFF"/>
                </a:solidFill>
              </a:rPr>
              <a:t>by: Lidissette Rosario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1595A09-E336-4D1B-9B3A-06A2287A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060" y="4777739"/>
            <a:ext cx="2564242" cy="1412119"/>
          </a:xfrm>
        </p:spPr>
        <p:txBody>
          <a:bodyPr>
            <a:normAutofit/>
          </a:bodyPr>
          <a:lstStyle/>
          <a:p>
            <a:pPr>
              <a:lnSpc>
                <a:spcPct val="90000"/>
              </a:lnSpc>
            </a:pPr>
            <a:r>
              <a:rPr lang="en-US" sz="2900"/>
              <a:t>Agile Roles of the Scrum Team</a:t>
            </a:r>
          </a:p>
        </p:txBody>
      </p:sp>
      <p:pic>
        <p:nvPicPr>
          <p:cNvPr id="5" name="Picture 4">
            <a:extLst>
              <a:ext uri="{FF2B5EF4-FFF2-40B4-BE49-F238E27FC236}">
                <a16:creationId xmlns:a16="http://schemas.microsoft.com/office/drawing/2014/main" id="{C1AA37C3-608D-9B54-985B-8C3CEBBB4629}"/>
              </a:ext>
            </a:extLst>
          </p:cNvPr>
          <p:cNvPicPr>
            <a:picLocks noChangeAspect="1"/>
          </p:cNvPicPr>
          <p:nvPr/>
        </p:nvPicPr>
        <p:blipFill>
          <a:blip r:embed="rId3"/>
          <a:srcRect t="1459" b="9916"/>
          <a:stretch>
            <a:fillRect/>
          </a:stretch>
        </p:blipFill>
        <p:spPr>
          <a:xfrm>
            <a:off x="20" y="10"/>
            <a:ext cx="9143980" cy="4558420"/>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
        <p:nvSpPr>
          <p:cNvPr id="26" name="sketch line">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74529" y="5470492"/>
            <a:ext cx="1371600" cy="13716"/>
          </a:xfrm>
          <a:custGeom>
            <a:avLst/>
            <a:gdLst>
              <a:gd name="csX0" fmla="*/ 0 w 1371600"/>
              <a:gd name="csY0" fmla="*/ 0 h 13716"/>
              <a:gd name="csX1" fmla="*/ 685800 w 1371600"/>
              <a:gd name="csY1" fmla="*/ 0 h 13716"/>
              <a:gd name="csX2" fmla="*/ 1371600 w 1371600"/>
              <a:gd name="csY2" fmla="*/ 0 h 13716"/>
              <a:gd name="csX3" fmla="*/ 1371600 w 1371600"/>
              <a:gd name="csY3" fmla="*/ 13716 h 13716"/>
              <a:gd name="csX4" fmla="*/ 713232 w 1371600"/>
              <a:gd name="csY4" fmla="*/ 13716 h 13716"/>
              <a:gd name="csX5" fmla="*/ 0 w 1371600"/>
              <a:gd name="csY5" fmla="*/ 13716 h 13716"/>
              <a:gd name="csX6" fmla="*/ 0 w 1371600"/>
              <a:gd name="csY6" fmla="*/ 0 h 1371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71600" h="13716" fill="none" extrusionOk="0">
                <a:moveTo>
                  <a:pt x="0" y="0"/>
                </a:moveTo>
                <a:cubicBezTo>
                  <a:pt x="247303" y="31625"/>
                  <a:pt x="422310" y="-25629"/>
                  <a:pt x="685800" y="0"/>
                </a:cubicBezTo>
                <a:cubicBezTo>
                  <a:pt x="949290" y="25629"/>
                  <a:pt x="1192357" y="6696"/>
                  <a:pt x="1371600" y="0"/>
                </a:cubicBezTo>
                <a:cubicBezTo>
                  <a:pt x="1371127" y="2892"/>
                  <a:pt x="1371229" y="8681"/>
                  <a:pt x="1371600" y="13716"/>
                </a:cubicBezTo>
                <a:cubicBezTo>
                  <a:pt x="1107995" y="21892"/>
                  <a:pt x="1033361" y="28370"/>
                  <a:pt x="713232" y="13716"/>
                </a:cubicBezTo>
                <a:cubicBezTo>
                  <a:pt x="393103" y="-938"/>
                  <a:pt x="289343" y="38649"/>
                  <a:pt x="0" y="13716"/>
                </a:cubicBezTo>
                <a:cubicBezTo>
                  <a:pt x="227" y="7219"/>
                  <a:pt x="197" y="5990"/>
                  <a:pt x="0" y="0"/>
                </a:cubicBezTo>
                <a:close/>
              </a:path>
              <a:path w="1371600" h="13716" stroke="0" extrusionOk="0">
                <a:moveTo>
                  <a:pt x="0" y="0"/>
                </a:moveTo>
                <a:cubicBezTo>
                  <a:pt x="170249" y="-24099"/>
                  <a:pt x="504634" y="14338"/>
                  <a:pt x="644652" y="0"/>
                </a:cubicBezTo>
                <a:cubicBezTo>
                  <a:pt x="784670" y="-14338"/>
                  <a:pt x="1087773" y="8679"/>
                  <a:pt x="1371600" y="0"/>
                </a:cubicBezTo>
                <a:cubicBezTo>
                  <a:pt x="1372228" y="6235"/>
                  <a:pt x="1371259" y="10206"/>
                  <a:pt x="1371600" y="13716"/>
                </a:cubicBezTo>
                <a:cubicBezTo>
                  <a:pt x="1176823" y="-5981"/>
                  <a:pt x="900830" y="5417"/>
                  <a:pt x="713232" y="13716"/>
                </a:cubicBezTo>
                <a:cubicBezTo>
                  <a:pt x="525634" y="22015"/>
                  <a:pt x="282837" y="1152"/>
                  <a:pt x="0" y="13716"/>
                </a:cubicBezTo>
                <a:cubicBezTo>
                  <a:pt x="596" y="8712"/>
                  <a:pt x="320" y="3422"/>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61569767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2"/>
          <p:cNvSpPr>
            <a:spLocks noGrp="1"/>
          </p:cNvSpPr>
          <p:nvPr>
            <p:ph idx="1"/>
          </p:nvPr>
        </p:nvSpPr>
        <p:spPr>
          <a:xfrm>
            <a:off x="3490720" y="4777739"/>
            <a:ext cx="5173220" cy="1399223"/>
          </a:xfrm>
        </p:spPr>
        <p:txBody>
          <a:bodyPr anchor="ctr">
            <a:normAutofit/>
          </a:bodyPr>
          <a:lstStyle/>
          <a:p>
            <a:pPr marL="0" indent="0">
              <a:lnSpc>
                <a:spcPct val="90000"/>
              </a:lnSpc>
              <a:buNone/>
            </a:pPr>
            <a:r>
              <a:rPr lang="en-US" sz="1300" b="1"/>
              <a:t>Product Owner: </a:t>
            </a:r>
            <a:r>
              <a:rPr lang="en-US" sz="1300"/>
              <a:t>Defines what needs to be built, writes user stories, prioritizes backlog.</a:t>
            </a:r>
          </a:p>
          <a:p>
            <a:pPr marL="0" indent="0">
              <a:lnSpc>
                <a:spcPct val="90000"/>
              </a:lnSpc>
              <a:buNone/>
            </a:pPr>
            <a:r>
              <a:rPr lang="en-US" sz="1300" b="1"/>
              <a:t>Scrum Master: </a:t>
            </a:r>
            <a:r>
              <a:rPr lang="en-US" sz="1300"/>
              <a:t>Supports the team, removes blockers, maintains Scrum process.</a:t>
            </a:r>
          </a:p>
          <a:p>
            <a:pPr marL="0" indent="0">
              <a:lnSpc>
                <a:spcPct val="90000"/>
              </a:lnSpc>
              <a:buNone/>
            </a:pPr>
            <a:r>
              <a:rPr lang="en-US" sz="1300" b="1"/>
              <a:t>Development Team: </a:t>
            </a:r>
            <a:r>
              <a:rPr lang="en-US" sz="1300"/>
              <a:t>Builds the product in collaboration each sprint.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24">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912768"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28650" y="673770"/>
            <a:ext cx="2415246" cy="2027227"/>
          </a:xfrm>
        </p:spPr>
        <p:txBody>
          <a:bodyPr anchor="t">
            <a:normAutofit/>
          </a:bodyPr>
          <a:lstStyle/>
          <a:p>
            <a:r>
              <a:rPr lang="en-US" sz="4700" dirty="0">
                <a:solidFill>
                  <a:srgbClr val="FFFFFF"/>
                </a:solidFill>
              </a:rPr>
              <a:t>Agile Phases</a:t>
            </a:r>
          </a:p>
        </p:txBody>
      </p:sp>
      <p:graphicFrame>
        <p:nvGraphicFramePr>
          <p:cNvPr id="12" name="Content Placeholder 2">
            <a:extLst>
              <a:ext uri="{FF2B5EF4-FFF2-40B4-BE49-F238E27FC236}">
                <a16:creationId xmlns:a16="http://schemas.microsoft.com/office/drawing/2014/main" id="{5F58A759-3114-24C1-C879-4216122A55F7}"/>
              </a:ext>
            </a:extLst>
          </p:cNvPr>
          <p:cNvGraphicFramePr>
            <a:graphicFrameLocks noGrp="1"/>
          </p:cNvGraphicFramePr>
          <p:nvPr>
            <p:ph idx="1"/>
            <p:extLst>
              <p:ext uri="{D42A27DB-BD31-4B8C-83A1-F6EECF244321}">
                <p14:modId xmlns:p14="http://schemas.microsoft.com/office/powerpoint/2010/main" val="1219954882"/>
              </p:ext>
            </p:extLst>
          </p:nvPr>
        </p:nvGraphicFramePr>
        <p:xfrm>
          <a:off x="4157004" y="541606"/>
          <a:ext cx="4358346" cy="5678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912768"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28650" y="673770"/>
            <a:ext cx="2415246" cy="2027227"/>
          </a:xfrm>
        </p:spPr>
        <p:txBody>
          <a:bodyPr anchor="t">
            <a:normAutofit/>
          </a:bodyPr>
          <a:lstStyle/>
          <a:p>
            <a:r>
              <a:rPr lang="en-US" sz="4700">
                <a:solidFill>
                  <a:srgbClr val="FFFFFF"/>
                </a:solidFill>
              </a:rPr>
              <a:t>Waterfall Model</a:t>
            </a:r>
          </a:p>
        </p:txBody>
      </p:sp>
      <p:graphicFrame>
        <p:nvGraphicFramePr>
          <p:cNvPr id="5" name="Content Placeholder 2">
            <a:extLst>
              <a:ext uri="{FF2B5EF4-FFF2-40B4-BE49-F238E27FC236}">
                <a16:creationId xmlns:a16="http://schemas.microsoft.com/office/drawing/2014/main" id="{CD822397-26AB-2706-C205-40C86354766B}"/>
              </a:ext>
            </a:extLst>
          </p:cNvPr>
          <p:cNvGraphicFramePr>
            <a:graphicFrameLocks noGrp="1"/>
          </p:cNvGraphicFramePr>
          <p:nvPr>
            <p:ph idx="1"/>
            <p:extLst>
              <p:ext uri="{D42A27DB-BD31-4B8C-83A1-F6EECF244321}">
                <p14:modId xmlns:p14="http://schemas.microsoft.com/office/powerpoint/2010/main" val="698945142"/>
              </p:ext>
            </p:extLst>
          </p:nvPr>
        </p:nvGraphicFramePr>
        <p:xfrm>
          <a:off x="4157004" y="541606"/>
          <a:ext cx="4358346" cy="5678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Waterfall vs. Agile Example</a:t>
            </a:r>
          </a:p>
        </p:txBody>
      </p:sp>
      <p:graphicFrame>
        <p:nvGraphicFramePr>
          <p:cNvPr id="7" name="Content Placeholder 2">
            <a:extLst>
              <a:ext uri="{FF2B5EF4-FFF2-40B4-BE49-F238E27FC236}">
                <a16:creationId xmlns:a16="http://schemas.microsoft.com/office/drawing/2014/main" id="{D203B369-8AAB-73FF-AA21-325399F47BEA}"/>
              </a:ext>
            </a:extLst>
          </p:cNvPr>
          <p:cNvGraphicFramePr>
            <a:graphicFrameLocks noGrp="1"/>
          </p:cNvGraphicFramePr>
          <p:nvPr>
            <p:ph idx="1"/>
            <p:extLst>
              <p:ext uri="{D42A27DB-BD31-4B8C-83A1-F6EECF244321}">
                <p14:modId xmlns:p14="http://schemas.microsoft.com/office/powerpoint/2010/main" val="2017477490"/>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C21BAE-6866-4C7A-A7EC-C1B2E572D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fferent colored organizers">
            <a:extLst>
              <a:ext uri="{FF2B5EF4-FFF2-40B4-BE49-F238E27FC236}">
                <a16:creationId xmlns:a16="http://schemas.microsoft.com/office/drawing/2014/main" id="{4263BC87-88BB-00EA-175B-2E2E9480C11E}"/>
              </a:ext>
            </a:extLst>
          </p:cNvPr>
          <p:cNvPicPr>
            <a:picLocks noChangeAspect="1"/>
          </p:cNvPicPr>
          <p:nvPr/>
        </p:nvPicPr>
        <p:blipFill>
          <a:blip r:embed="rId3"/>
          <a:srcRect l="9720" r="9614" b="1"/>
          <a:stretch>
            <a:fillRect/>
          </a:stretch>
        </p:blipFill>
        <p:spPr>
          <a:xfrm>
            <a:off x="20" y="1"/>
            <a:ext cx="9143980" cy="6857999"/>
          </a:xfrm>
          <a:prstGeom prst="rect">
            <a:avLst/>
          </a:prstGeom>
        </p:spPr>
      </p:pic>
      <p:sp useBgFill="1">
        <p:nvSpPr>
          <p:cNvPr id="11" name="Freeform: Shape 10">
            <a:extLst>
              <a:ext uri="{FF2B5EF4-FFF2-40B4-BE49-F238E27FC236}">
                <a16:creationId xmlns:a16="http://schemas.microsoft.com/office/drawing/2014/main" id="{7E7D0C94-08B4-48AE-8813-CC4D60294F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924" y="609600"/>
            <a:ext cx="4029076" cy="5513767"/>
          </a:xfrm>
          <a:custGeom>
            <a:avLst/>
            <a:gdLst>
              <a:gd name="connsiteX0" fmla="*/ 0 w 5372101"/>
              <a:gd name="connsiteY0" fmla="*/ 0 h 5513767"/>
              <a:gd name="connsiteX1" fmla="*/ 5372101 w 5372101"/>
              <a:gd name="connsiteY1" fmla="*/ 0 h 5513767"/>
              <a:gd name="connsiteX2" fmla="*/ 5372101 w 5372101"/>
              <a:gd name="connsiteY2" fmla="*/ 5513767 h 5513767"/>
              <a:gd name="connsiteX3" fmla="*/ 5363126 w 5372101"/>
              <a:gd name="connsiteY3" fmla="*/ 5512835 h 5513767"/>
              <a:gd name="connsiteX4" fmla="*/ 5316714 w 5372101"/>
              <a:gd name="connsiteY4" fmla="*/ 5491247 h 5513767"/>
              <a:gd name="connsiteX5" fmla="*/ 5198331 w 5372101"/>
              <a:gd name="connsiteY5" fmla="*/ 5470092 h 5513767"/>
              <a:gd name="connsiteX6" fmla="*/ 5150428 w 5372101"/>
              <a:gd name="connsiteY6" fmla="*/ 5472506 h 5513767"/>
              <a:gd name="connsiteX7" fmla="*/ 5085506 w 5372101"/>
              <a:gd name="connsiteY7" fmla="*/ 5468851 h 5513767"/>
              <a:gd name="connsiteX8" fmla="*/ 4968663 w 5372101"/>
              <a:gd name="connsiteY8" fmla="*/ 5470487 h 5513767"/>
              <a:gd name="connsiteX9" fmla="*/ 4815623 w 5372101"/>
              <a:gd name="connsiteY9" fmla="*/ 5458622 h 5513767"/>
              <a:gd name="connsiteX10" fmla="*/ 4716679 w 5372101"/>
              <a:gd name="connsiteY10" fmla="*/ 5405365 h 5513767"/>
              <a:gd name="connsiteX11" fmla="*/ 4704891 w 5372101"/>
              <a:gd name="connsiteY11" fmla="*/ 5411529 h 5513767"/>
              <a:gd name="connsiteX12" fmla="*/ 4630496 w 5372101"/>
              <a:gd name="connsiteY12" fmla="*/ 5396532 h 5513767"/>
              <a:gd name="connsiteX13" fmla="*/ 4506964 w 5372101"/>
              <a:gd name="connsiteY13" fmla="*/ 5396685 h 5513767"/>
              <a:gd name="connsiteX14" fmla="*/ 4427135 w 5372101"/>
              <a:gd name="connsiteY14" fmla="*/ 5358585 h 5513767"/>
              <a:gd name="connsiteX15" fmla="*/ 4028338 w 5372101"/>
              <a:gd name="connsiteY15" fmla="*/ 5313494 h 5513767"/>
              <a:gd name="connsiteX16" fmla="*/ 4015367 w 5372101"/>
              <a:gd name="connsiteY16" fmla="*/ 5320766 h 5513767"/>
              <a:gd name="connsiteX17" fmla="*/ 4002837 w 5372101"/>
              <a:gd name="connsiteY17" fmla="*/ 5322294 h 5513767"/>
              <a:gd name="connsiteX18" fmla="*/ 3997650 w 5372101"/>
              <a:gd name="connsiteY18" fmla="*/ 5329513 h 5513767"/>
              <a:gd name="connsiteX19" fmla="*/ 3991991 w 5372101"/>
              <a:gd name="connsiteY19" fmla="*/ 5331908 h 5513767"/>
              <a:gd name="connsiteX20" fmla="*/ 3925210 w 5372101"/>
              <a:gd name="connsiteY20" fmla="*/ 5319395 h 5513767"/>
              <a:gd name="connsiteX21" fmla="*/ 3837014 w 5372101"/>
              <a:gd name="connsiteY21" fmla="*/ 5289023 h 5513767"/>
              <a:gd name="connsiteX22" fmla="*/ 3798765 w 5372101"/>
              <a:gd name="connsiteY22" fmla="*/ 5299431 h 5513767"/>
              <a:gd name="connsiteX23" fmla="*/ 3792144 w 5372101"/>
              <a:gd name="connsiteY23" fmla="*/ 5301616 h 5513767"/>
              <a:gd name="connsiteX24" fmla="*/ 3766249 w 5372101"/>
              <a:gd name="connsiteY24" fmla="*/ 5301869 h 5513767"/>
              <a:gd name="connsiteX25" fmla="*/ 3718651 w 5372101"/>
              <a:gd name="connsiteY25" fmla="*/ 5320541 h 5513767"/>
              <a:gd name="connsiteX26" fmla="*/ 3671207 w 5372101"/>
              <a:gd name="connsiteY26" fmla="*/ 5318046 h 5513767"/>
              <a:gd name="connsiteX27" fmla="*/ 3446863 w 5372101"/>
              <a:gd name="connsiteY27" fmla="*/ 5294348 h 5513767"/>
              <a:gd name="connsiteX28" fmla="*/ 3312000 w 5372101"/>
              <a:gd name="connsiteY28" fmla="*/ 5286923 h 5513767"/>
              <a:gd name="connsiteX29" fmla="*/ 3259756 w 5372101"/>
              <a:gd name="connsiteY29" fmla="*/ 5294712 h 5513767"/>
              <a:gd name="connsiteX30" fmla="*/ 3187481 w 5372101"/>
              <a:gd name="connsiteY30" fmla="*/ 5298457 h 5513767"/>
              <a:gd name="connsiteX31" fmla="*/ 3124115 w 5372101"/>
              <a:gd name="connsiteY31" fmla="*/ 5294626 h 5513767"/>
              <a:gd name="connsiteX32" fmla="*/ 3099907 w 5372101"/>
              <a:gd name="connsiteY32" fmla="*/ 5302443 h 5513767"/>
              <a:gd name="connsiteX33" fmla="*/ 3017494 w 5372101"/>
              <a:gd name="connsiteY33" fmla="*/ 5301439 h 5513767"/>
              <a:gd name="connsiteX34" fmla="*/ 3010848 w 5372101"/>
              <a:gd name="connsiteY34" fmla="*/ 5307225 h 5513767"/>
              <a:gd name="connsiteX35" fmla="*/ 2994286 w 5372101"/>
              <a:gd name="connsiteY35" fmla="*/ 5309060 h 5513767"/>
              <a:gd name="connsiteX36" fmla="*/ 2988160 w 5372101"/>
              <a:gd name="connsiteY36" fmla="*/ 5310041 h 5513767"/>
              <a:gd name="connsiteX37" fmla="*/ 2984260 w 5372101"/>
              <a:gd name="connsiteY37" fmla="*/ 5307528 h 5513767"/>
              <a:gd name="connsiteX38" fmla="*/ 2979127 w 5372101"/>
              <a:gd name="connsiteY38" fmla="*/ 5308389 h 5513767"/>
              <a:gd name="connsiteX39" fmla="*/ 2978660 w 5372101"/>
              <a:gd name="connsiteY39" fmla="*/ 5311563 h 5513767"/>
              <a:gd name="connsiteX40" fmla="*/ 2946326 w 5372101"/>
              <a:gd name="connsiteY40" fmla="*/ 5316745 h 5513767"/>
              <a:gd name="connsiteX41" fmla="*/ 2713134 w 5372101"/>
              <a:gd name="connsiteY41" fmla="*/ 5331381 h 5513767"/>
              <a:gd name="connsiteX42" fmla="*/ 2352072 w 5372101"/>
              <a:gd name="connsiteY42" fmla="*/ 5342761 h 5513767"/>
              <a:gd name="connsiteX43" fmla="*/ 2260922 w 5372101"/>
              <a:gd name="connsiteY43" fmla="*/ 5328122 h 5513767"/>
              <a:gd name="connsiteX44" fmla="*/ 2178497 w 5372101"/>
              <a:gd name="connsiteY44" fmla="*/ 5351065 h 5513767"/>
              <a:gd name="connsiteX45" fmla="*/ 2034408 w 5372101"/>
              <a:gd name="connsiteY45" fmla="*/ 5307958 h 5513767"/>
              <a:gd name="connsiteX46" fmla="*/ 1831505 w 5372101"/>
              <a:gd name="connsiteY46" fmla="*/ 5312691 h 5513767"/>
              <a:gd name="connsiteX47" fmla="*/ 1710387 w 5372101"/>
              <a:gd name="connsiteY47" fmla="*/ 5308705 h 5513767"/>
              <a:gd name="connsiteX48" fmla="*/ 1664816 w 5372101"/>
              <a:gd name="connsiteY48" fmla="*/ 5296479 h 5513767"/>
              <a:gd name="connsiteX49" fmla="*/ 1600883 w 5372101"/>
              <a:gd name="connsiteY49" fmla="*/ 5286607 h 5513767"/>
              <a:gd name="connsiteX50" fmla="*/ 1488397 w 5372101"/>
              <a:gd name="connsiteY50" fmla="*/ 5260898 h 5513767"/>
              <a:gd name="connsiteX51" fmla="*/ 1336670 w 5372101"/>
              <a:gd name="connsiteY51" fmla="*/ 5240770 h 5513767"/>
              <a:gd name="connsiteX52" fmla="*/ 1224297 w 5372101"/>
              <a:gd name="connsiteY52" fmla="*/ 5271845 h 5513767"/>
              <a:gd name="connsiteX53" fmla="*/ 1214830 w 5372101"/>
              <a:gd name="connsiteY53" fmla="*/ 5263450 h 5513767"/>
              <a:gd name="connsiteX54" fmla="*/ 1138181 w 5372101"/>
              <a:gd name="connsiteY54" fmla="*/ 5262590 h 5513767"/>
              <a:gd name="connsiteX55" fmla="*/ 943575 w 5372101"/>
              <a:gd name="connsiteY55" fmla="*/ 5290808 h 5513767"/>
              <a:gd name="connsiteX56" fmla="*/ 529813 w 5372101"/>
              <a:gd name="connsiteY56" fmla="*/ 5218555 h 5513767"/>
              <a:gd name="connsiteX57" fmla="*/ 519546 w 5372101"/>
              <a:gd name="connsiteY57" fmla="*/ 5208845 h 5513767"/>
              <a:gd name="connsiteX58" fmla="*/ 507906 w 5372101"/>
              <a:gd name="connsiteY58" fmla="*/ 5204779 h 5513767"/>
              <a:gd name="connsiteX59" fmla="*/ 505153 w 5372101"/>
              <a:gd name="connsiteY59" fmla="*/ 5196726 h 5513767"/>
              <a:gd name="connsiteX60" fmla="*/ 500429 w 5372101"/>
              <a:gd name="connsiteY60" fmla="*/ 5193241 h 5513767"/>
              <a:gd name="connsiteX61" fmla="*/ 431923 w 5372101"/>
              <a:gd name="connsiteY61" fmla="*/ 5191553 h 5513767"/>
              <a:gd name="connsiteX62" fmla="*/ 337115 w 5372101"/>
              <a:gd name="connsiteY62" fmla="*/ 5202714 h 5513767"/>
              <a:gd name="connsiteX63" fmla="*/ 303383 w 5372101"/>
              <a:gd name="connsiteY63" fmla="*/ 5184750 h 5513767"/>
              <a:gd name="connsiteX64" fmla="*/ 297664 w 5372101"/>
              <a:gd name="connsiteY64" fmla="*/ 5181269 h 5513767"/>
              <a:gd name="connsiteX65" fmla="*/ 272701 w 5372101"/>
              <a:gd name="connsiteY65" fmla="*/ 5175678 h 5513767"/>
              <a:gd name="connsiteX66" fmla="*/ 268242 w 5372101"/>
              <a:gd name="connsiteY66" fmla="*/ 5163678 h 5513767"/>
              <a:gd name="connsiteX67" fmla="*/ 232517 w 5372101"/>
              <a:gd name="connsiteY67" fmla="*/ 5147792 h 5513767"/>
              <a:gd name="connsiteX68" fmla="*/ 185851 w 5372101"/>
              <a:gd name="connsiteY68" fmla="*/ 5140408 h 5513767"/>
              <a:gd name="connsiteX69" fmla="*/ 20337 w 5372101"/>
              <a:gd name="connsiteY69" fmla="*/ 5113040 h 5513767"/>
              <a:gd name="connsiteX70" fmla="*/ 0 w 5372101"/>
              <a:gd name="connsiteY70" fmla="*/ 5112243 h 551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372101" h="5513767">
                <a:moveTo>
                  <a:pt x="0" y="0"/>
                </a:moveTo>
                <a:lnTo>
                  <a:pt x="5372101" y="0"/>
                </a:lnTo>
                <a:lnTo>
                  <a:pt x="5372101" y="5513767"/>
                </a:lnTo>
                <a:lnTo>
                  <a:pt x="5363126" y="5512835"/>
                </a:lnTo>
                <a:cubicBezTo>
                  <a:pt x="5345779" y="5509071"/>
                  <a:pt x="5329767" y="5502649"/>
                  <a:pt x="5316714" y="5491247"/>
                </a:cubicBezTo>
                <a:cubicBezTo>
                  <a:pt x="5295689" y="5478131"/>
                  <a:pt x="5219502" y="5459909"/>
                  <a:pt x="5198331" y="5470092"/>
                </a:cubicBezTo>
                <a:cubicBezTo>
                  <a:pt x="5181052" y="5469102"/>
                  <a:pt x="5165047" y="5459569"/>
                  <a:pt x="5150428" y="5472506"/>
                </a:cubicBezTo>
                <a:cubicBezTo>
                  <a:pt x="5129562" y="5487248"/>
                  <a:pt x="5088050" y="5445894"/>
                  <a:pt x="5085506" y="5468851"/>
                </a:cubicBezTo>
                <a:cubicBezTo>
                  <a:pt x="5055692" y="5440170"/>
                  <a:pt x="5006122" y="5469577"/>
                  <a:pt x="4968663" y="5470487"/>
                </a:cubicBezTo>
                <a:cubicBezTo>
                  <a:pt x="4947085" y="5444049"/>
                  <a:pt x="4889767" y="5472037"/>
                  <a:pt x="4815623" y="5458622"/>
                </a:cubicBezTo>
                <a:cubicBezTo>
                  <a:pt x="4792418" y="5428488"/>
                  <a:pt x="4765548" y="5449887"/>
                  <a:pt x="4716679" y="5405365"/>
                </a:cubicBezTo>
                <a:cubicBezTo>
                  <a:pt x="4713235" y="5407807"/>
                  <a:pt x="4709266" y="5409883"/>
                  <a:pt x="4704891" y="5411529"/>
                </a:cubicBezTo>
                <a:cubicBezTo>
                  <a:pt x="4679473" y="5421092"/>
                  <a:pt x="4646164" y="5414379"/>
                  <a:pt x="4630496" y="5396532"/>
                </a:cubicBezTo>
                <a:cubicBezTo>
                  <a:pt x="4590205" y="5365061"/>
                  <a:pt x="4548419" y="5412094"/>
                  <a:pt x="4506964" y="5396685"/>
                </a:cubicBezTo>
                <a:lnTo>
                  <a:pt x="4427135" y="5358585"/>
                </a:lnTo>
                <a:cubicBezTo>
                  <a:pt x="4319267" y="5308575"/>
                  <a:pt x="4152341" y="5340956"/>
                  <a:pt x="4028338" y="5313494"/>
                </a:cubicBezTo>
                <a:lnTo>
                  <a:pt x="4015367" y="5320766"/>
                </a:lnTo>
                <a:lnTo>
                  <a:pt x="4002837" y="5322294"/>
                </a:lnTo>
                <a:lnTo>
                  <a:pt x="3997650" y="5329513"/>
                </a:lnTo>
                <a:lnTo>
                  <a:pt x="3991991" y="5331908"/>
                </a:lnTo>
                <a:cubicBezTo>
                  <a:pt x="3969659" y="5338581"/>
                  <a:pt x="3978880" y="5316131"/>
                  <a:pt x="3925210" y="5319395"/>
                </a:cubicBezTo>
                <a:cubicBezTo>
                  <a:pt x="3947765" y="5277139"/>
                  <a:pt x="3837331" y="5338342"/>
                  <a:pt x="3837014" y="5289023"/>
                </a:cubicBezTo>
                <a:cubicBezTo>
                  <a:pt x="3824001" y="5291376"/>
                  <a:pt x="3811407" y="5295212"/>
                  <a:pt x="3798765" y="5299431"/>
                </a:cubicBezTo>
                <a:lnTo>
                  <a:pt x="3792144" y="5301616"/>
                </a:lnTo>
                <a:lnTo>
                  <a:pt x="3766249" y="5301869"/>
                </a:lnTo>
                <a:lnTo>
                  <a:pt x="3718651" y="5320541"/>
                </a:lnTo>
                <a:cubicBezTo>
                  <a:pt x="3703968" y="5321892"/>
                  <a:pt x="3688308" y="5321427"/>
                  <a:pt x="3671207" y="5318046"/>
                </a:cubicBezTo>
                <a:cubicBezTo>
                  <a:pt x="3616458" y="5288532"/>
                  <a:pt x="3514048" y="5333307"/>
                  <a:pt x="3446863" y="5294348"/>
                </a:cubicBezTo>
                <a:cubicBezTo>
                  <a:pt x="3420930" y="5283822"/>
                  <a:pt x="3333157" y="5274511"/>
                  <a:pt x="3312000" y="5286923"/>
                </a:cubicBezTo>
                <a:cubicBezTo>
                  <a:pt x="3292759" y="5287903"/>
                  <a:pt x="3273112" y="5280334"/>
                  <a:pt x="3259756" y="5294712"/>
                </a:cubicBezTo>
                <a:cubicBezTo>
                  <a:pt x="3239905" y="5311572"/>
                  <a:pt x="3185410" y="5275588"/>
                  <a:pt x="3187481" y="5298457"/>
                </a:cubicBezTo>
                <a:cubicBezTo>
                  <a:pt x="3168018" y="5286036"/>
                  <a:pt x="3146200" y="5288458"/>
                  <a:pt x="3124115" y="5294626"/>
                </a:cubicBezTo>
                <a:lnTo>
                  <a:pt x="3099907" y="5302443"/>
                </a:lnTo>
                <a:lnTo>
                  <a:pt x="3017494" y="5301439"/>
                </a:lnTo>
                <a:lnTo>
                  <a:pt x="3010848" y="5307225"/>
                </a:lnTo>
                <a:lnTo>
                  <a:pt x="2994286" y="5309060"/>
                </a:lnTo>
                <a:lnTo>
                  <a:pt x="2988160" y="5310041"/>
                </a:lnTo>
                <a:lnTo>
                  <a:pt x="2984260" y="5307528"/>
                </a:lnTo>
                <a:cubicBezTo>
                  <a:pt x="2981957" y="5306419"/>
                  <a:pt x="2980273" y="5306402"/>
                  <a:pt x="2979127" y="5308389"/>
                </a:cubicBezTo>
                <a:cubicBezTo>
                  <a:pt x="2978971" y="5309447"/>
                  <a:pt x="2978816" y="5310505"/>
                  <a:pt x="2978660" y="5311563"/>
                </a:cubicBezTo>
                <a:lnTo>
                  <a:pt x="2946326" y="5316745"/>
                </a:lnTo>
                <a:lnTo>
                  <a:pt x="2713134" y="5331381"/>
                </a:lnTo>
                <a:cubicBezTo>
                  <a:pt x="2610698" y="5372328"/>
                  <a:pt x="2466037" y="5325762"/>
                  <a:pt x="2352072" y="5342761"/>
                </a:cubicBezTo>
                <a:cubicBezTo>
                  <a:pt x="2293501" y="5293708"/>
                  <a:pt x="2324138" y="5338538"/>
                  <a:pt x="2260922" y="5328122"/>
                </a:cubicBezTo>
                <a:cubicBezTo>
                  <a:pt x="2275681" y="5372347"/>
                  <a:pt x="2185007" y="5301703"/>
                  <a:pt x="2178497" y="5351065"/>
                </a:cubicBezTo>
                <a:cubicBezTo>
                  <a:pt x="2133294" y="5337229"/>
                  <a:pt x="2097074" y="5300208"/>
                  <a:pt x="2034408" y="5307958"/>
                </a:cubicBezTo>
                <a:cubicBezTo>
                  <a:pt x="1981894" y="5332879"/>
                  <a:pt x="1896288" y="5279365"/>
                  <a:pt x="1831505" y="5312691"/>
                </a:cubicBezTo>
                <a:cubicBezTo>
                  <a:pt x="1807063" y="5321035"/>
                  <a:pt x="1727674" y="5322925"/>
                  <a:pt x="1710387" y="5308705"/>
                </a:cubicBezTo>
                <a:cubicBezTo>
                  <a:pt x="1693367" y="5306094"/>
                  <a:pt x="1674901" y="5312009"/>
                  <a:pt x="1664816" y="5296479"/>
                </a:cubicBezTo>
                <a:cubicBezTo>
                  <a:pt x="1649255" y="5277912"/>
                  <a:pt x="1596152" y="5309335"/>
                  <a:pt x="1600883" y="5286607"/>
                </a:cubicBezTo>
                <a:cubicBezTo>
                  <a:pt x="1563066" y="5308189"/>
                  <a:pt x="1524339" y="5269513"/>
                  <a:pt x="1488397" y="5260898"/>
                </a:cubicBezTo>
                <a:cubicBezTo>
                  <a:pt x="1459246" y="5282011"/>
                  <a:pt x="1412580" y="5243108"/>
                  <a:pt x="1336670" y="5240770"/>
                </a:cubicBezTo>
                <a:cubicBezTo>
                  <a:pt x="1304792" y="5265122"/>
                  <a:pt x="1285508" y="5238878"/>
                  <a:pt x="1224297" y="5271845"/>
                </a:cubicBezTo>
                <a:cubicBezTo>
                  <a:pt x="1221731" y="5268771"/>
                  <a:pt x="1218543" y="5265944"/>
                  <a:pt x="1214830" y="5263450"/>
                </a:cubicBezTo>
                <a:cubicBezTo>
                  <a:pt x="1193241" y="5248952"/>
                  <a:pt x="1158925" y="5248567"/>
                  <a:pt x="1138181" y="5262590"/>
                </a:cubicBezTo>
                <a:lnTo>
                  <a:pt x="943575" y="5290808"/>
                </a:lnTo>
                <a:cubicBezTo>
                  <a:pt x="823587" y="5316899"/>
                  <a:pt x="658340" y="5217603"/>
                  <a:pt x="529813" y="5218555"/>
                </a:cubicBezTo>
                <a:lnTo>
                  <a:pt x="519546" y="5208845"/>
                </a:lnTo>
                <a:lnTo>
                  <a:pt x="507906" y="5204779"/>
                </a:lnTo>
                <a:lnTo>
                  <a:pt x="505153" y="5196726"/>
                </a:lnTo>
                <a:lnTo>
                  <a:pt x="500429" y="5193241"/>
                </a:lnTo>
                <a:cubicBezTo>
                  <a:pt x="480923" y="5182176"/>
                  <a:pt x="482807" y="5205793"/>
                  <a:pt x="431923" y="5191553"/>
                </a:cubicBezTo>
                <a:cubicBezTo>
                  <a:pt x="440499" y="5237077"/>
                  <a:pt x="352872" y="5155083"/>
                  <a:pt x="337115" y="5202714"/>
                </a:cubicBezTo>
                <a:cubicBezTo>
                  <a:pt x="325265" y="5197752"/>
                  <a:pt x="314288" y="5191441"/>
                  <a:pt x="303383" y="5184750"/>
                </a:cubicBezTo>
                <a:lnTo>
                  <a:pt x="297664" y="5181269"/>
                </a:lnTo>
                <a:lnTo>
                  <a:pt x="272701" y="5175678"/>
                </a:lnTo>
                <a:lnTo>
                  <a:pt x="268242" y="5163678"/>
                </a:lnTo>
                <a:lnTo>
                  <a:pt x="232517" y="5147792"/>
                </a:lnTo>
                <a:cubicBezTo>
                  <a:pt x="218741" y="5143453"/>
                  <a:pt x="203450" y="5140668"/>
                  <a:pt x="185851" y="5140408"/>
                </a:cubicBezTo>
                <a:cubicBezTo>
                  <a:pt x="139207" y="5153337"/>
                  <a:pt x="79723" y="5120316"/>
                  <a:pt x="20337" y="5113040"/>
                </a:cubicBezTo>
                <a:lnTo>
                  <a:pt x="0" y="5112243"/>
                </a:lnTo>
                <a:close/>
              </a:path>
            </a:pathLst>
          </a:custGeom>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778356" y="1071350"/>
            <a:ext cx="3581372" cy="1339382"/>
          </a:xfrm>
        </p:spPr>
        <p:txBody>
          <a:bodyPr>
            <a:normAutofit/>
          </a:bodyPr>
          <a:lstStyle/>
          <a:p>
            <a:r>
              <a:rPr lang="en-US" sz="3100"/>
              <a:t>Choosing Waterfall or Agile</a:t>
            </a:r>
          </a:p>
        </p:txBody>
      </p:sp>
      <p:sp>
        <p:nvSpPr>
          <p:cNvPr id="13" name="Rectangle 6">
            <a:extLst>
              <a:ext uri="{FF2B5EF4-FFF2-40B4-BE49-F238E27FC236}">
                <a16:creationId xmlns:a16="http://schemas.microsoft.com/office/drawing/2014/main" id="{F0C518C2-0AA4-470C-87B9-9CBF428FBA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499" y="399531"/>
            <a:ext cx="1280813"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6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91988" y="2547256"/>
            <a:ext cx="3680011" cy="3239393"/>
          </a:xfrm>
        </p:spPr>
        <p:txBody>
          <a:bodyPr anchor="ctr">
            <a:normAutofit/>
          </a:bodyPr>
          <a:lstStyle/>
          <a:p>
            <a:pPr marL="0" indent="0">
              <a:lnSpc>
                <a:spcPct val="90000"/>
              </a:lnSpc>
              <a:buNone/>
            </a:pPr>
            <a:r>
              <a:rPr lang="en-US" sz="1600" dirty="0"/>
              <a:t>Use Agile when:</a:t>
            </a:r>
          </a:p>
          <a:p>
            <a:pPr>
              <a:lnSpc>
                <a:spcPct val="90000"/>
              </a:lnSpc>
            </a:pPr>
            <a:r>
              <a:rPr lang="en-US" sz="1600" dirty="0"/>
              <a:t> Requirements shift often</a:t>
            </a:r>
          </a:p>
          <a:p>
            <a:pPr>
              <a:lnSpc>
                <a:spcPct val="90000"/>
              </a:lnSpc>
            </a:pPr>
            <a:r>
              <a:rPr lang="en-US" sz="1600" dirty="0"/>
              <a:t>Feedback is needed continuously</a:t>
            </a:r>
          </a:p>
          <a:p>
            <a:pPr>
              <a:lnSpc>
                <a:spcPct val="90000"/>
              </a:lnSpc>
            </a:pPr>
            <a:r>
              <a:rPr lang="en-US" sz="1600" dirty="0"/>
              <a:t>Work benefits from small increments</a:t>
            </a:r>
          </a:p>
          <a:p>
            <a:pPr>
              <a:lnSpc>
                <a:spcPct val="90000"/>
              </a:lnSpc>
            </a:pPr>
            <a:r>
              <a:rPr lang="en-US" sz="1600" dirty="0"/>
              <a:t>Collaboration is high</a:t>
            </a:r>
          </a:p>
          <a:p>
            <a:pPr>
              <a:lnSpc>
                <a:spcPct val="90000"/>
              </a:lnSpc>
            </a:pPr>
            <a:endParaRPr lang="en-US" sz="1600" dirty="0"/>
          </a:p>
          <a:p>
            <a:pPr marL="0" indent="0">
              <a:lnSpc>
                <a:spcPct val="90000"/>
              </a:lnSpc>
              <a:buNone/>
            </a:pPr>
            <a:r>
              <a:rPr lang="en-US" sz="1600" dirty="0"/>
              <a:t>Use Waterfall when:</a:t>
            </a:r>
          </a:p>
          <a:p>
            <a:pPr>
              <a:lnSpc>
                <a:spcPct val="90000"/>
              </a:lnSpc>
            </a:pPr>
            <a:r>
              <a:rPr lang="en-US" sz="1600" dirty="0"/>
              <a:t>Requirements are stable</a:t>
            </a:r>
          </a:p>
          <a:p>
            <a:pPr>
              <a:lnSpc>
                <a:spcPct val="90000"/>
              </a:lnSpc>
            </a:pPr>
            <a:r>
              <a:rPr lang="en-US" sz="1600" dirty="0"/>
              <a:t>Work is predictable</a:t>
            </a:r>
          </a:p>
          <a:p>
            <a:pPr>
              <a:lnSpc>
                <a:spcPct val="90000"/>
              </a:lnSpc>
            </a:pPr>
            <a:r>
              <a:rPr lang="en-US" sz="1600" dirty="0"/>
              <a:t>Heavy documentation is required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en-US" sz="3700">
                <a:solidFill>
                  <a:srgbClr val="FFFFFF"/>
                </a:solidFill>
              </a:rPr>
              <a:t>References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lnSpcReduction="10000"/>
          </a:bodyPr>
          <a:lstStyle/>
          <a:p>
            <a:pPr marL="0" indent="-457200">
              <a:lnSpc>
                <a:spcPct val="90000"/>
              </a:lnSpc>
              <a:buNone/>
            </a:pPr>
            <a:r>
              <a:rPr lang="en-US" sz="2100" dirty="0"/>
              <a:t>Atlassian. (n.d.). What is Agile? </a:t>
            </a:r>
            <a:r>
              <a:rPr lang="en-US" sz="2100" dirty="0">
                <a:hlinkClick r:id="rId3"/>
              </a:rPr>
              <a:t>https://www.atlassian.com/agile</a:t>
            </a:r>
            <a:endParaRPr lang="en-US" sz="2100" dirty="0"/>
          </a:p>
          <a:p>
            <a:pPr marL="0" indent="-457200">
              <a:lnSpc>
                <a:spcPct val="90000"/>
              </a:lnSpc>
              <a:buNone/>
            </a:pPr>
            <a:endParaRPr lang="en-US" sz="2100" dirty="0"/>
          </a:p>
          <a:p>
            <a:pPr marL="0" indent="-457200">
              <a:lnSpc>
                <a:spcPct val="90000"/>
              </a:lnSpc>
              <a:buNone/>
            </a:pPr>
            <a:r>
              <a:rPr lang="en-US" sz="2100" dirty="0"/>
              <a:t>Atlassian. (n.d.). What is Scrum? </a:t>
            </a:r>
            <a:r>
              <a:rPr lang="en-US" sz="2100" dirty="0">
                <a:hlinkClick r:id="rId4"/>
              </a:rPr>
              <a:t>https://www.atlassian.com/agile/scrum</a:t>
            </a:r>
            <a:r>
              <a:rPr lang="en-US" sz="2100" dirty="0"/>
              <a:t> </a:t>
            </a:r>
          </a:p>
          <a:p>
            <a:pPr marL="0" indent="-457200">
              <a:lnSpc>
                <a:spcPct val="90000"/>
              </a:lnSpc>
              <a:buNone/>
            </a:pPr>
            <a:endParaRPr lang="en-US" sz="2100" dirty="0"/>
          </a:p>
          <a:p>
            <a:pPr marL="0" indent="-457200">
              <a:lnSpc>
                <a:spcPct val="90000"/>
              </a:lnSpc>
              <a:buNone/>
            </a:pPr>
            <a:r>
              <a:rPr lang="en-US" sz="2100" dirty="0"/>
              <a:t>Agile Alliance. (2024). What is Agile? | Agile 101.</a:t>
            </a:r>
          </a:p>
          <a:p>
            <a:pPr marL="0" indent="-457200">
              <a:lnSpc>
                <a:spcPct val="90000"/>
              </a:lnSpc>
              <a:buNone/>
            </a:pPr>
            <a:r>
              <a:rPr lang="en-US" sz="2100" dirty="0">
                <a:hlinkClick r:id="rId5"/>
              </a:rPr>
              <a:t>https://agilealliance.org/agile101/</a:t>
            </a:r>
            <a:r>
              <a:rPr lang="en-US" sz="2100" dirty="0"/>
              <a:t> </a:t>
            </a:r>
          </a:p>
          <a:p>
            <a:pPr marL="0" indent="-457200">
              <a:lnSpc>
                <a:spcPct val="90000"/>
              </a:lnSpc>
              <a:buNone/>
            </a:pPr>
            <a:endParaRPr lang="en-US" sz="2100" dirty="0"/>
          </a:p>
          <a:p>
            <a:pPr marL="0" indent="-457200">
              <a:lnSpc>
                <a:spcPct val="90000"/>
              </a:lnSpc>
              <a:buNone/>
            </a:pPr>
            <a:r>
              <a:rPr lang="en-US" sz="2100" dirty="0" err="1"/>
              <a:t>Scrum.org</a:t>
            </a:r>
            <a:r>
              <a:rPr lang="en-US" sz="2100" dirty="0"/>
              <a:t>. (2020). The Scrum Guide. </a:t>
            </a:r>
            <a:r>
              <a:rPr lang="en-US" sz="2100" dirty="0">
                <a:hlinkClick r:id="rId6"/>
              </a:rPr>
              <a:t>https://www.scrumguides.org</a:t>
            </a:r>
            <a:r>
              <a:rPr lang="en-US" sz="2100" dirty="0"/>
              <a:t> </a:t>
            </a:r>
          </a:p>
          <a:p>
            <a:pPr marL="0" indent="-457200">
              <a:lnSpc>
                <a:spcPct val="90000"/>
              </a:lnSpc>
              <a:buNone/>
            </a:pPr>
            <a:endParaRPr lang="en-US" sz="2100" dirty="0"/>
          </a:p>
          <a:p>
            <a:pPr marL="0" indent="0">
              <a:buNone/>
            </a:pPr>
            <a:r>
              <a:rPr lang="en-US" sz="2100" dirty="0"/>
              <a:t>IBM. (n.d.). </a:t>
            </a:r>
            <a:r>
              <a:rPr lang="en-US" sz="2100" i="1" dirty="0"/>
              <a:t>Agile vs. Waterfall: Difference &amp; suitability</a:t>
            </a:r>
            <a:r>
              <a:rPr lang="en-US" sz="2100" dirty="0"/>
              <a:t>. </a:t>
            </a:r>
            <a:r>
              <a:rPr lang="en-US" sz="2100" u="sng" dirty="0">
                <a:hlinkClick r:id="rId7"/>
              </a:rPr>
              <a:t>https://www.ibm.com/think/topics/agile-vs-waterfall</a:t>
            </a:r>
            <a:r>
              <a:rPr lang="en-US" sz="2100" dirty="0"/>
              <a:t> </a:t>
            </a:r>
          </a:p>
          <a:p>
            <a:pPr marL="0" indent="-457200">
              <a:lnSpc>
                <a:spcPct val="90000"/>
              </a:lnSpc>
              <a:buNone/>
            </a:pP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830</Words>
  <Application>Microsoft Macintosh PowerPoint</Application>
  <PresentationFormat>On-screen Show (4:3)</PresentationFormat>
  <Paragraphs>60</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Calibri</vt:lpstr>
      <vt:lpstr>Office Theme</vt:lpstr>
      <vt:lpstr>Scrum-Agile vs. Waterfall: Understanding the Approach for SNHU Travel</vt:lpstr>
      <vt:lpstr>Agile Roles of the Scrum Team</vt:lpstr>
      <vt:lpstr>Agile Phases</vt:lpstr>
      <vt:lpstr>Waterfall Model</vt:lpstr>
      <vt:lpstr>Waterfall vs. Agile Example</vt:lpstr>
      <vt:lpstr>Choosing Waterfall or Agile</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Lidissette Rosario</cp:lastModifiedBy>
  <cp:revision>3</cp:revision>
  <dcterms:created xsi:type="dcterms:W3CDTF">2013-01-27T09:14:16Z</dcterms:created>
  <dcterms:modified xsi:type="dcterms:W3CDTF">2026-02-22T05:30:59Z</dcterms:modified>
  <cp:category/>
</cp:coreProperties>
</file>